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18"/>
  </p:notesMasterIdLst>
  <p:sldIdLst>
    <p:sldId id="256" r:id="rId2"/>
    <p:sldId id="273" r:id="rId3"/>
    <p:sldId id="269" r:id="rId4"/>
    <p:sldId id="271" r:id="rId5"/>
    <p:sldId id="270" r:id="rId6"/>
    <p:sldId id="272" r:id="rId7"/>
    <p:sldId id="257" r:id="rId8"/>
    <p:sldId id="258" r:id="rId9"/>
    <p:sldId id="259" r:id="rId10"/>
    <p:sldId id="260" r:id="rId11"/>
    <p:sldId id="261" r:id="rId12"/>
    <p:sldId id="262" r:id="rId13"/>
    <p:sldId id="264" r:id="rId14"/>
    <p:sldId id="267" r:id="rId15"/>
    <p:sldId id="265" r:id="rId16"/>
    <p:sldId id="266" r:id="rId17"/>
  </p:sldIdLst>
  <p:sldSz cx="3251200" cy="1828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9A526A-7953-D549-A8B4-1C7C81ACBBA9}" v="702" dt="2025-05-31T22:01:48.0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27"/>
    <p:restoredTop sz="95205"/>
  </p:normalViewPr>
  <p:slideViewPr>
    <p:cSldViewPr snapToGrid="0">
      <p:cViewPr varScale="1">
        <p:scale>
          <a:sx n="400" d="100"/>
          <a:sy n="400" d="100"/>
        </p:scale>
        <p:origin x="1288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lumengarten, Jake" userId="c9a63929-9140-4e74-9c4a-82977951c6ec" providerId="ADAL" clId="{8E9A526A-7953-D549-A8B4-1C7C81ACBBA9}"/>
    <pc:docChg chg="undo redo custSel addSld delSld modSld sldOrd modMainMaster modNotesMaster">
      <pc:chgData name="Blumengarten, Jake" userId="c9a63929-9140-4e74-9c4a-82977951c6ec" providerId="ADAL" clId="{8E9A526A-7953-D549-A8B4-1C7C81ACBBA9}" dt="2025-06-01T00:16:10.130" v="2029" actId="1076"/>
      <pc:docMkLst>
        <pc:docMk/>
      </pc:docMkLst>
      <pc:sldChg chg="addSp delSp modSp mod setBg delDesignElem">
        <pc:chgData name="Blumengarten, Jake" userId="c9a63929-9140-4e74-9c4a-82977951c6ec" providerId="ADAL" clId="{8E9A526A-7953-D549-A8B4-1C7C81ACBBA9}" dt="2025-05-31T21:59:27.388" v="1800"/>
        <pc:sldMkLst>
          <pc:docMk/>
          <pc:sldMk cId="182434825" sldId="256"/>
        </pc:sldMkLst>
        <pc:spChg chg="mod">
          <ac:chgData name="Blumengarten, Jake" userId="c9a63929-9140-4e74-9c4a-82977951c6ec" providerId="ADAL" clId="{8E9A526A-7953-D549-A8B4-1C7C81ACBBA9}" dt="2025-05-31T21:59:16.657" v="1798" actId="14100"/>
          <ac:spMkLst>
            <pc:docMk/>
            <pc:sldMk cId="182434825" sldId="256"/>
            <ac:spMk id="2" creationId="{C768D1AE-54C5-E088-DF2E-6367E9A7FFAB}"/>
          </ac:spMkLst>
        </pc:spChg>
        <pc:spChg chg="del mod">
          <ac:chgData name="Blumengarten, Jake" userId="c9a63929-9140-4e74-9c4a-82977951c6ec" providerId="ADAL" clId="{8E9A526A-7953-D549-A8B4-1C7C81ACBBA9}" dt="2025-05-31T14:27:06.648" v="242" actId="478"/>
          <ac:spMkLst>
            <pc:docMk/>
            <pc:sldMk cId="182434825" sldId="256"/>
            <ac:spMk id="3" creationId="{10852C67-E40D-EA96-F075-9D8633B4F931}"/>
          </ac:spMkLst>
        </pc:spChg>
        <pc:spChg chg="add del">
          <ac:chgData name="Blumengarten, Jake" userId="c9a63929-9140-4e74-9c4a-82977951c6ec" providerId="ADAL" clId="{8E9A526A-7953-D549-A8B4-1C7C81ACBBA9}" dt="2025-05-31T14:25:01.832" v="180" actId="26606"/>
          <ac:spMkLst>
            <pc:docMk/>
            <pc:sldMk cId="182434825" sldId="256"/>
            <ac:spMk id="9" creationId="{7B1AB9FE-36F5-4FD1-9850-DB5C5AD4828F}"/>
          </ac:spMkLst>
        </pc:spChg>
        <pc:spChg chg="add del">
          <ac:chgData name="Blumengarten, Jake" userId="c9a63929-9140-4e74-9c4a-82977951c6ec" providerId="ADAL" clId="{8E9A526A-7953-D549-A8B4-1C7C81ACBBA9}" dt="2025-05-31T14:25:01.832" v="180" actId="26606"/>
          <ac:spMkLst>
            <pc:docMk/>
            <pc:sldMk cId="182434825" sldId="256"/>
            <ac:spMk id="11" creationId="{F489C2E0-4895-4B72-85EA-7EE9FAFFDC7E}"/>
          </ac:spMkLst>
        </pc:spChg>
        <pc:spChg chg="add del">
          <ac:chgData name="Blumengarten, Jake" userId="c9a63929-9140-4e74-9c4a-82977951c6ec" providerId="ADAL" clId="{8E9A526A-7953-D549-A8B4-1C7C81ACBBA9}" dt="2025-05-31T14:25:40.307" v="183" actId="26606"/>
          <ac:spMkLst>
            <pc:docMk/>
            <pc:sldMk cId="182434825" sldId="256"/>
            <ac:spMk id="16" creationId="{7B1AB9FE-36F5-4FD1-9850-DB5C5AD4828F}"/>
          </ac:spMkLst>
        </pc:spChg>
        <pc:spChg chg="add del">
          <ac:chgData name="Blumengarten, Jake" userId="c9a63929-9140-4e74-9c4a-82977951c6ec" providerId="ADAL" clId="{8E9A526A-7953-D549-A8B4-1C7C81ACBBA9}" dt="2025-05-31T14:25:40.307" v="183" actId="26606"/>
          <ac:spMkLst>
            <pc:docMk/>
            <pc:sldMk cId="182434825" sldId="256"/>
            <ac:spMk id="18" creationId="{F489C2E0-4895-4B72-85EA-7EE9FAFFDC7E}"/>
          </ac:spMkLst>
        </pc:spChg>
        <pc:spChg chg="add del mod">
          <ac:chgData name="Blumengarten, Jake" userId="c9a63929-9140-4e74-9c4a-82977951c6ec" providerId="ADAL" clId="{8E9A526A-7953-D549-A8B4-1C7C81ACBBA9}" dt="2025-05-31T21:47:39.946" v="1104"/>
          <ac:spMkLst>
            <pc:docMk/>
            <pc:sldMk cId="182434825" sldId="256"/>
            <ac:spMk id="23" creationId="{7B1AB9FE-36F5-4FD1-9850-DB5C5AD4828F}"/>
          </ac:spMkLst>
        </pc:spChg>
        <pc:spChg chg="add del mod">
          <ac:chgData name="Blumengarten, Jake" userId="c9a63929-9140-4e74-9c4a-82977951c6ec" providerId="ADAL" clId="{8E9A526A-7953-D549-A8B4-1C7C81ACBBA9}" dt="2025-05-31T21:47:39.946" v="1104"/>
          <ac:spMkLst>
            <pc:docMk/>
            <pc:sldMk cId="182434825" sldId="256"/>
            <ac:spMk id="25" creationId="{F489C2E0-4895-4B72-85EA-7EE9FAFFDC7E}"/>
          </ac:spMkLst>
        </pc:spChg>
        <pc:graphicFrameChg chg="add mod">
          <ac:chgData name="Blumengarten, Jake" userId="c9a63929-9140-4e74-9c4a-82977951c6ec" providerId="ADAL" clId="{8E9A526A-7953-D549-A8B4-1C7C81ACBBA9}" dt="2025-05-31T14:26:33.834" v="235" actId="1076"/>
          <ac:graphicFrameMkLst>
            <pc:docMk/>
            <pc:sldMk cId="182434825" sldId="256"/>
            <ac:graphicFrameMk id="8" creationId="{18D97EAE-130F-B4FE-37B6-CD3F208FB72D}"/>
          </ac:graphicFrameMkLst>
        </pc:graphicFrameChg>
        <pc:picChg chg="add del mod ord">
          <ac:chgData name="Blumengarten, Jake" userId="c9a63929-9140-4e74-9c4a-82977951c6ec" providerId="ADAL" clId="{8E9A526A-7953-D549-A8B4-1C7C81ACBBA9}" dt="2025-05-31T14:25:00.592" v="179" actId="478"/>
          <ac:picMkLst>
            <pc:docMk/>
            <pc:sldMk cId="182434825" sldId="256"/>
            <ac:picMk id="4" creationId="{4A2B6536-199C-87AA-2376-4722442E8189}"/>
          </ac:picMkLst>
        </pc:picChg>
        <pc:picChg chg="add del mod ord">
          <ac:chgData name="Blumengarten, Jake" userId="c9a63929-9140-4e74-9c4a-82977951c6ec" providerId="ADAL" clId="{8E9A526A-7953-D549-A8B4-1C7C81ACBBA9}" dt="2025-05-31T14:25:37.032" v="182" actId="478"/>
          <ac:picMkLst>
            <pc:docMk/>
            <pc:sldMk cId="182434825" sldId="256"/>
            <ac:picMk id="5" creationId="{C23CAD1B-512B-C566-0D86-09190952EFD9}"/>
          </ac:picMkLst>
        </pc:picChg>
        <pc:picChg chg="add mod ord">
          <ac:chgData name="Blumengarten, Jake" userId="c9a63929-9140-4e74-9c4a-82977951c6ec" providerId="ADAL" clId="{8E9A526A-7953-D549-A8B4-1C7C81ACBBA9}" dt="2025-05-31T21:59:10.890" v="1796" actId="14100"/>
          <ac:picMkLst>
            <pc:docMk/>
            <pc:sldMk cId="182434825" sldId="256"/>
            <ac:picMk id="6" creationId="{B2DD8A81-CB73-42F8-DFB0-EC34F8FB29B7}"/>
          </ac:picMkLst>
        </pc:picChg>
        <pc:picChg chg="add del">
          <ac:chgData name="Blumengarten, Jake" userId="c9a63929-9140-4e74-9c4a-82977951c6ec" providerId="ADAL" clId="{8E9A526A-7953-D549-A8B4-1C7C81ACBBA9}" dt="2025-05-31T14:26:22.213" v="232" actId="478"/>
          <ac:picMkLst>
            <pc:docMk/>
            <pc:sldMk cId="182434825" sldId="256"/>
            <ac:picMk id="7" creationId="{76013672-AB7B-8D34-B482-B9E9ABB91967}"/>
          </ac:picMkLst>
        </pc:picChg>
        <pc:picChg chg="add del mod">
          <ac:chgData name="Blumengarten, Jake" userId="c9a63929-9140-4e74-9c4a-82977951c6ec" providerId="ADAL" clId="{8E9A526A-7953-D549-A8B4-1C7C81ACBBA9}" dt="2025-05-31T14:50:39.609" v="325" actId="478"/>
          <ac:picMkLst>
            <pc:docMk/>
            <pc:sldMk cId="182434825" sldId="256"/>
            <ac:picMk id="10" creationId="{29B347E5-4678-6D91-A4B2-022C2A5F0828}"/>
          </ac:picMkLst>
        </pc:picChg>
        <pc:picChg chg="add mod">
          <ac:chgData name="Blumengarten, Jake" userId="c9a63929-9140-4e74-9c4a-82977951c6ec" providerId="ADAL" clId="{8E9A526A-7953-D549-A8B4-1C7C81ACBBA9}" dt="2025-05-31T21:59:13.524" v="1797" actId="1076"/>
          <ac:picMkLst>
            <pc:docMk/>
            <pc:sldMk cId="182434825" sldId="256"/>
            <ac:picMk id="12" creationId="{816AD5B9-F392-5BA9-C986-EB6955674E0B}"/>
          </ac:picMkLst>
        </pc:picChg>
        <pc:picChg chg="add del mod">
          <ac:chgData name="Blumengarten, Jake" userId="c9a63929-9140-4e74-9c4a-82977951c6ec" providerId="ADAL" clId="{8E9A526A-7953-D549-A8B4-1C7C81ACBBA9}" dt="2025-05-31T17:27:53.923" v="332" actId="21"/>
          <ac:picMkLst>
            <pc:docMk/>
            <pc:sldMk cId="182434825" sldId="256"/>
            <ac:picMk id="14" creationId="{FAEABBC9-73B6-AB09-9F73-1B50E26C35FB}"/>
          </ac:picMkLst>
        </pc:picChg>
        <pc:picChg chg="add del mod">
          <ac:chgData name="Blumengarten, Jake" userId="c9a63929-9140-4e74-9c4a-82977951c6ec" providerId="ADAL" clId="{8E9A526A-7953-D549-A8B4-1C7C81ACBBA9}" dt="2025-05-31T20:44:09.034" v="867" actId="21"/>
          <ac:picMkLst>
            <pc:docMk/>
            <pc:sldMk cId="182434825" sldId="256"/>
            <ac:picMk id="17" creationId="{A89AC6B1-0AED-2ED4-BAFE-CFAB69720E46}"/>
          </ac:picMkLst>
        </pc:picChg>
        <pc:picChg chg="add mod">
          <ac:chgData name="Blumengarten, Jake" userId="c9a63929-9140-4e74-9c4a-82977951c6ec" providerId="ADAL" clId="{8E9A526A-7953-D549-A8B4-1C7C81ACBBA9}" dt="2025-05-31T14:26:33.834" v="235" actId="1076"/>
          <ac:picMkLst>
            <pc:docMk/>
            <pc:sldMk cId="182434825" sldId="256"/>
            <ac:picMk id="2049" creationId="{455D79B5-0986-E4E7-9806-4D9187F02218}"/>
          </ac:picMkLst>
        </pc:picChg>
      </pc:sldChg>
      <pc:sldChg chg="addSp delSp modSp new mod setBg">
        <pc:chgData name="Blumengarten, Jake" userId="c9a63929-9140-4e74-9c4a-82977951c6ec" providerId="ADAL" clId="{8E9A526A-7953-D549-A8B4-1C7C81ACBBA9}" dt="2025-05-31T21:59:27.388" v="1800"/>
        <pc:sldMkLst>
          <pc:docMk/>
          <pc:sldMk cId="2719164920" sldId="257"/>
        </pc:sldMkLst>
        <pc:spChg chg="del">
          <ac:chgData name="Blumengarten, Jake" userId="c9a63929-9140-4e74-9c4a-82977951c6ec" providerId="ADAL" clId="{8E9A526A-7953-D549-A8B4-1C7C81ACBBA9}" dt="2025-05-31T14:10:47.444" v="8" actId="26606"/>
          <ac:spMkLst>
            <pc:docMk/>
            <pc:sldMk cId="2719164920" sldId="257"/>
            <ac:spMk id="2" creationId="{D3500022-4607-1814-D07A-CD45FEE25D27}"/>
          </ac:spMkLst>
        </pc:spChg>
        <pc:spChg chg="add del">
          <ac:chgData name="Blumengarten, Jake" userId="c9a63929-9140-4e74-9c4a-82977951c6ec" providerId="ADAL" clId="{8E9A526A-7953-D549-A8B4-1C7C81ACBBA9}" dt="2025-05-31T14:10:42.500" v="5"/>
          <ac:spMkLst>
            <pc:docMk/>
            <pc:sldMk cId="2719164920" sldId="257"/>
            <ac:spMk id="3" creationId="{3A315CE2-653D-5555-30EC-A839D359173F}"/>
          </ac:spMkLst>
        </pc:spChg>
        <pc:spChg chg="add del mod">
          <ac:chgData name="Blumengarten, Jake" userId="c9a63929-9140-4e74-9c4a-82977951c6ec" providerId="ADAL" clId="{8E9A526A-7953-D549-A8B4-1C7C81ACBBA9}" dt="2025-05-31T17:27:56.777" v="334" actId="26606"/>
          <ac:spMkLst>
            <pc:docMk/>
            <pc:sldMk cId="2719164920" sldId="257"/>
            <ac:spMk id="10" creationId="{09C92592-4C4D-35DE-EF13-83498C1D2E11}"/>
          </ac:spMkLst>
        </pc:spChg>
        <pc:spChg chg="add del mod">
          <ac:chgData name="Blumengarten, Jake" userId="c9a63929-9140-4e74-9c4a-82977951c6ec" providerId="ADAL" clId="{8E9A526A-7953-D549-A8B4-1C7C81ACBBA9}" dt="2025-05-31T21:36:42.567" v="1029" actId="26606"/>
          <ac:spMkLst>
            <pc:docMk/>
            <pc:sldMk cId="2719164920" sldId="257"/>
            <ac:spMk id="13" creationId="{42008504-53DC-A3F1-128C-F9799364C405}"/>
          </ac:spMkLst>
        </pc:spChg>
        <pc:graphicFrameChg chg="add mod">
          <ac:chgData name="Blumengarten, Jake" userId="c9a63929-9140-4e74-9c4a-82977951c6ec" providerId="ADAL" clId="{8E9A526A-7953-D549-A8B4-1C7C81ACBBA9}" dt="2025-05-31T14:09:39.964" v="2"/>
          <ac:graphicFrameMkLst>
            <pc:docMk/>
            <pc:sldMk cId="2719164920" sldId="257"/>
            <ac:graphicFrameMk id="4" creationId="{39FD2A9A-0940-F6F5-4F3F-A5910EF2695B}"/>
          </ac:graphicFrameMkLst>
        </pc:graphicFrameChg>
        <pc:graphicFrameChg chg="add mod">
          <ac:chgData name="Blumengarten, Jake" userId="c9a63929-9140-4e74-9c4a-82977951c6ec" providerId="ADAL" clId="{8E9A526A-7953-D549-A8B4-1C7C81ACBBA9}" dt="2025-05-31T14:10:12.855" v="4"/>
          <ac:graphicFrameMkLst>
            <pc:docMk/>
            <pc:sldMk cId="2719164920" sldId="257"/>
            <ac:graphicFrameMk id="5" creationId="{B9B55A5A-43D7-90DE-E8FB-451337781810}"/>
          </ac:graphicFrameMkLst>
        </pc:graphicFrameChg>
        <pc:graphicFrameChg chg="add mod">
          <ac:chgData name="Blumengarten, Jake" userId="c9a63929-9140-4e74-9c4a-82977951c6ec" providerId="ADAL" clId="{8E9A526A-7953-D549-A8B4-1C7C81ACBBA9}" dt="2025-05-31T21:36:41.104" v="1027"/>
          <ac:graphicFrameMkLst>
            <pc:docMk/>
            <pc:sldMk cId="2719164920" sldId="257"/>
            <ac:graphicFrameMk id="14" creationId="{1605DCA4-4F72-B3C4-B577-FCE4229E2B6C}"/>
          </ac:graphicFrameMkLst>
        </pc:graphicFrameChg>
        <pc:picChg chg="add del mod">
          <ac:chgData name="Blumengarten, Jake" userId="c9a63929-9140-4e74-9c4a-82977951c6ec" providerId="ADAL" clId="{8E9A526A-7953-D549-A8B4-1C7C81ACBBA9}" dt="2025-05-31T17:27:51.524" v="331" actId="478"/>
          <ac:picMkLst>
            <pc:docMk/>
            <pc:sldMk cId="2719164920" sldId="257"/>
            <ac:picMk id="7" creationId="{3F02DA7E-4655-32B7-1B77-9848D5F499B4}"/>
          </ac:picMkLst>
        </pc:picChg>
        <pc:picChg chg="add del mod">
          <ac:chgData name="Blumengarten, Jake" userId="c9a63929-9140-4e74-9c4a-82977951c6ec" providerId="ADAL" clId="{8E9A526A-7953-D549-A8B4-1C7C81ACBBA9}" dt="2025-05-31T14:27:28.424" v="247" actId="478"/>
          <ac:picMkLst>
            <pc:docMk/>
            <pc:sldMk cId="2719164920" sldId="257"/>
            <ac:picMk id="8" creationId="{7C43ACD5-D343-861E-ED21-FADCA57EF403}"/>
          </ac:picMkLst>
        </pc:picChg>
        <pc:picChg chg="add del mod">
          <ac:chgData name="Blumengarten, Jake" userId="c9a63929-9140-4e74-9c4a-82977951c6ec" providerId="ADAL" clId="{8E9A526A-7953-D549-A8B4-1C7C81ACBBA9}" dt="2025-05-31T21:36:37.886" v="1025" actId="478"/>
          <ac:picMkLst>
            <pc:docMk/>
            <pc:sldMk cId="2719164920" sldId="257"/>
            <ac:picMk id="11" creationId="{69984850-E8FB-1574-7F32-AF52842E463A}"/>
          </ac:picMkLst>
        </pc:picChg>
        <pc:picChg chg="add mod">
          <ac:chgData name="Blumengarten, Jake" userId="c9a63929-9140-4e74-9c4a-82977951c6ec" providerId="ADAL" clId="{8E9A526A-7953-D549-A8B4-1C7C81ACBBA9}" dt="2025-05-31T21:48:20.540" v="1115" actId="26606"/>
          <ac:picMkLst>
            <pc:docMk/>
            <pc:sldMk cId="2719164920" sldId="257"/>
            <ac:picMk id="15" creationId="{DAA4D12A-5F21-5876-874B-EC243165E389}"/>
          </ac:picMkLst>
        </pc:picChg>
        <pc:picChg chg="add mod">
          <ac:chgData name="Blumengarten, Jake" userId="c9a63929-9140-4e74-9c4a-82977951c6ec" providerId="ADAL" clId="{8E9A526A-7953-D549-A8B4-1C7C81ACBBA9}" dt="2025-05-31T14:09:39.964" v="2"/>
          <ac:picMkLst>
            <pc:docMk/>
            <pc:sldMk cId="2719164920" sldId="257"/>
            <ac:picMk id="1025" creationId="{53F05FA1-5421-17EF-2AC5-CD4FD74F1D84}"/>
          </ac:picMkLst>
        </pc:picChg>
        <pc:picChg chg="add mod">
          <ac:chgData name="Blumengarten, Jake" userId="c9a63929-9140-4e74-9c4a-82977951c6ec" providerId="ADAL" clId="{8E9A526A-7953-D549-A8B4-1C7C81ACBBA9}" dt="2025-05-31T14:10:12.855" v="4"/>
          <ac:picMkLst>
            <pc:docMk/>
            <pc:sldMk cId="2719164920" sldId="257"/>
            <ac:picMk id="1026" creationId="{27E4E397-5193-BC1F-4473-8532AB07098E}"/>
          </ac:picMkLst>
        </pc:picChg>
      </pc:sldChg>
      <pc:sldChg chg="addSp delSp modSp new mod setBg">
        <pc:chgData name="Blumengarten, Jake" userId="c9a63929-9140-4e74-9c4a-82977951c6ec" providerId="ADAL" clId="{8E9A526A-7953-D549-A8B4-1C7C81ACBBA9}" dt="2025-05-31T21:59:27.388" v="1800"/>
        <pc:sldMkLst>
          <pc:docMk/>
          <pc:sldMk cId="372230352" sldId="258"/>
        </pc:sldMkLst>
        <pc:spChg chg="del mod">
          <ac:chgData name="Blumengarten, Jake" userId="c9a63929-9140-4e74-9c4a-82977951c6ec" providerId="ADAL" clId="{8E9A526A-7953-D549-A8B4-1C7C81ACBBA9}" dt="2025-05-31T21:37:20.340" v="1037" actId="26606"/>
          <ac:spMkLst>
            <pc:docMk/>
            <pc:sldMk cId="372230352" sldId="258"/>
            <ac:spMk id="2" creationId="{0F7ACD66-4447-FB92-51B2-30C8A05A6346}"/>
          </ac:spMkLst>
        </pc:spChg>
        <pc:spChg chg="del">
          <ac:chgData name="Blumengarten, Jake" userId="c9a63929-9140-4e74-9c4a-82977951c6ec" providerId="ADAL" clId="{8E9A526A-7953-D549-A8B4-1C7C81ACBBA9}" dt="2025-05-31T14:12:40.735" v="30"/>
          <ac:spMkLst>
            <pc:docMk/>
            <pc:sldMk cId="372230352" sldId="258"/>
            <ac:spMk id="3" creationId="{652885B6-E4AE-39EE-8E98-6D7A2CA778C3}"/>
          </ac:spMkLst>
        </pc:spChg>
        <pc:spChg chg="add del mod">
          <ac:chgData name="Blumengarten, Jake" userId="c9a63929-9140-4e74-9c4a-82977951c6ec" providerId="ADAL" clId="{8E9A526A-7953-D549-A8B4-1C7C81ACBBA9}" dt="2025-05-31T14:14:38.295" v="43"/>
          <ac:spMkLst>
            <pc:docMk/>
            <pc:sldMk cId="372230352" sldId="258"/>
            <ac:spMk id="9" creationId="{20882B9F-4489-A86D-6E28-14D14FD9BA92}"/>
          </ac:spMkLst>
        </pc:spChg>
        <pc:spChg chg="add del mod">
          <ac:chgData name="Blumengarten, Jake" userId="c9a63929-9140-4e74-9c4a-82977951c6ec" providerId="ADAL" clId="{8E9A526A-7953-D549-A8B4-1C7C81ACBBA9}" dt="2025-05-31T17:28:26.161" v="337"/>
          <ac:spMkLst>
            <pc:docMk/>
            <pc:sldMk cId="372230352" sldId="258"/>
            <ac:spMk id="13" creationId="{CA59990D-38AE-4232-68EA-F0ABA7D1756F}"/>
          </ac:spMkLst>
        </pc:spChg>
        <pc:spChg chg="add del mod">
          <ac:chgData name="Blumengarten, Jake" userId="c9a63929-9140-4e74-9c4a-82977951c6ec" providerId="ADAL" clId="{8E9A526A-7953-D549-A8B4-1C7C81ACBBA9}" dt="2025-05-31T21:37:20.340" v="1037" actId="26606"/>
          <ac:spMkLst>
            <pc:docMk/>
            <pc:sldMk cId="372230352" sldId="258"/>
            <ac:spMk id="17" creationId="{A5D6C6EB-C87D-F1A2-8CDB-BB3B1DA66E01}"/>
          </ac:spMkLst>
        </pc:spChg>
        <pc:graphicFrameChg chg="add mod">
          <ac:chgData name="Blumengarten, Jake" userId="c9a63929-9140-4e74-9c4a-82977951c6ec" providerId="ADAL" clId="{8E9A526A-7953-D549-A8B4-1C7C81ACBBA9}" dt="2025-05-31T21:37:17.884" v="1035"/>
          <ac:graphicFrameMkLst>
            <pc:docMk/>
            <pc:sldMk cId="372230352" sldId="258"/>
            <ac:graphicFrameMk id="18" creationId="{1922FC3B-86C2-21EB-A477-1DB832B07CC2}"/>
          </ac:graphicFrameMkLst>
        </pc:graphicFrameChg>
        <pc:picChg chg="add del mod">
          <ac:chgData name="Blumengarten, Jake" userId="c9a63929-9140-4e74-9c4a-82977951c6ec" providerId="ADAL" clId="{8E9A526A-7953-D549-A8B4-1C7C81ACBBA9}" dt="2025-05-31T14:13:51.265" v="39" actId="478"/>
          <ac:picMkLst>
            <pc:docMk/>
            <pc:sldMk cId="372230352" sldId="258"/>
            <ac:picMk id="5" creationId="{0C7E700C-ECD5-AECF-67C1-9946CCE937C8}"/>
          </ac:picMkLst>
        </pc:picChg>
        <pc:picChg chg="add del mod">
          <ac:chgData name="Blumengarten, Jake" userId="c9a63929-9140-4e74-9c4a-82977951c6ec" providerId="ADAL" clId="{8E9A526A-7953-D549-A8B4-1C7C81ACBBA9}" dt="2025-05-31T17:28:28.343" v="341" actId="478"/>
          <ac:picMkLst>
            <pc:docMk/>
            <pc:sldMk cId="372230352" sldId="258"/>
            <ac:picMk id="7" creationId="{FD129134-B822-0D09-026F-8B800EDBC53E}"/>
          </ac:picMkLst>
        </pc:picChg>
        <pc:picChg chg="add del mod">
          <ac:chgData name="Blumengarten, Jake" userId="c9a63929-9140-4e74-9c4a-82977951c6ec" providerId="ADAL" clId="{8E9A526A-7953-D549-A8B4-1C7C81ACBBA9}" dt="2025-05-31T14:15:19.030" v="52" actId="21"/>
          <ac:picMkLst>
            <pc:docMk/>
            <pc:sldMk cId="372230352" sldId="258"/>
            <ac:picMk id="11" creationId="{5C42C410-66CD-6C4A-FF51-A4B65EF55E65}"/>
          </ac:picMkLst>
        </pc:picChg>
        <pc:picChg chg="add del mod">
          <ac:chgData name="Blumengarten, Jake" userId="c9a63929-9140-4e74-9c4a-82977951c6ec" providerId="ADAL" clId="{8E9A526A-7953-D549-A8B4-1C7C81ACBBA9}" dt="2025-05-31T21:37:12.893" v="1033" actId="478"/>
          <ac:picMkLst>
            <pc:docMk/>
            <pc:sldMk cId="372230352" sldId="258"/>
            <ac:picMk id="15" creationId="{29E7B598-FFE8-DE97-7679-D0CC9FD7E8A5}"/>
          </ac:picMkLst>
        </pc:picChg>
        <pc:picChg chg="add mod">
          <ac:chgData name="Blumengarten, Jake" userId="c9a63929-9140-4e74-9c4a-82977951c6ec" providerId="ADAL" clId="{8E9A526A-7953-D549-A8B4-1C7C81ACBBA9}" dt="2025-05-31T21:47:39.946" v="1104"/>
          <ac:picMkLst>
            <pc:docMk/>
            <pc:sldMk cId="372230352" sldId="258"/>
            <ac:picMk id="19" creationId="{4F1935A7-A57B-FEEA-B87D-CDDA279FA153}"/>
          </ac:picMkLst>
        </pc:picChg>
      </pc:sldChg>
      <pc:sldChg chg="addSp delSp modSp new mod setBg chgLayout">
        <pc:chgData name="Blumengarten, Jake" userId="c9a63929-9140-4e74-9c4a-82977951c6ec" providerId="ADAL" clId="{8E9A526A-7953-D549-A8B4-1C7C81ACBBA9}" dt="2025-05-31T21:59:27.388" v="1800"/>
        <pc:sldMkLst>
          <pc:docMk/>
          <pc:sldMk cId="2473341034" sldId="259"/>
        </pc:sldMkLst>
        <pc:spChg chg="del">
          <ac:chgData name="Blumengarten, Jake" userId="c9a63929-9140-4e74-9c4a-82977951c6ec" providerId="ADAL" clId="{8E9A526A-7953-D549-A8B4-1C7C81ACBBA9}" dt="2025-05-31T14:14:52.175" v="50" actId="6264"/>
          <ac:spMkLst>
            <pc:docMk/>
            <pc:sldMk cId="2473341034" sldId="259"/>
            <ac:spMk id="2" creationId="{CFA96873-9406-9EA2-384B-CBC6BADFB463}"/>
          </ac:spMkLst>
        </pc:spChg>
        <pc:spChg chg="del">
          <ac:chgData name="Blumengarten, Jake" userId="c9a63929-9140-4e74-9c4a-82977951c6ec" providerId="ADAL" clId="{8E9A526A-7953-D549-A8B4-1C7C81ACBBA9}" dt="2025-05-31T14:14:52.175" v="50" actId="6264"/>
          <ac:spMkLst>
            <pc:docMk/>
            <pc:sldMk cId="2473341034" sldId="259"/>
            <ac:spMk id="3" creationId="{4B885058-82CA-C967-C889-958C4DEA28E1}"/>
          </ac:spMkLst>
        </pc:spChg>
        <pc:spChg chg="add del mod ord">
          <ac:chgData name="Blumengarten, Jake" userId="c9a63929-9140-4e74-9c4a-82977951c6ec" providerId="ADAL" clId="{8E9A526A-7953-D549-A8B4-1C7C81ACBBA9}" dt="2025-05-31T21:37:42.918" v="1045" actId="26606"/>
          <ac:spMkLst>
            <pc:docMk/>
            <pc:sldMk cId="2473341034" sldId="259"/>
            <ac:spMk id="4" creationId="{E7D4CDC6-C9B3-C2D7-D137-A6ADC4ADCDE8}"/>
          </ac:spMkLst>
        </pc:spChg>
        <pc:spChg chg="add del mod ord">
          <ac:chgData name="Blumengarten, Jake" userId="c9a63929-9140-4e74-9c4a-82977951c6ec" providerId="ADAL" clId="{8E9A526A-7953-D549-A8B4-1C7C81ACBBA9}" dt="2025-05-31T21:37:42.918" v="1045" actId="26606"/>
          <ac:spMkLst>
            <pc:docMk/>
            <pc:sldMk cId="2473341034" sldId="259"/>
            <ac:spMk id="5" creationId="{702B6A7F-BC51-6A63-3E78-19C1476D305F}"/>
          </ac:spMkLst>
        </pc:spChg>
        <pc:graphicFrameChg chg="add mod">
          <ac:chgData name="Blumengarten, Jake" userId="c9a63929-9140-4e74-9c4a-82977951c6ec" providerId="ADAL" clId="{8E9A526A-7953-D549-A8B4-1C7C81ACBBA9}" dt="2025-05-31T21:37:41.310" v="1043"/>
          <ac:graphicFrameMkLst>
            <pc:docMk/>
            <pc:sldMk cId="2473341034" sldId="259"/>
            <ac:graphicFrameMk id="8" creationId="{0221329E-F8D6-4A1B-FF94-B9E23B5588A9}"/>
          </ac:graphicFrameMkLst>
        </pc:graphicFrameChg>
        <pc:picChg chg="add del mod">
          <ac:chgData name="Blumengarten, Jake" userId="c9a63929-9140-4e74-9c4a-82977951c6ec" providerId="ADAL" clId="{8E9A526A-7953-D549-A8B4-1C7C81ACBBA9}" dt="2025-05-31T21:37:38.266" v="1041" actId="478"/>
          <ac:picMkLst>
            <pc:docMk/>
            <pc:sldMk cId="2473341034" sldId="259"/>
            <ac:picMk id="6" creationId="{C66DC776-B141-2A44-6401-E720BB62FFEA}"/>
          </ac:picMkLst>
        </pc:picChg>
        <pc:picChg chg="add del mod">
          <ac:chgData name="Blumengarten, Jake" userId="c9a63929-9140-4e74-9c4a-82977951c6ec" providerId="ADAL" clId="{8E9A526A-7953-D549-A8B4-1C7C81ACBBA9}" dt="2025-05-31T14:15:36.454" v="58" actId="478"/>
          <ac:picMkLst>
            <pc:docMk/>
            <pc:sldMk cId="2473341034" sldId="259"/>
            <ac:picMk id="7" creationId="{53D0DEEF-9DCE-0EDF-E9DF-1D63DA50D090}"/>
          </ac:picMkLst>
        </pc:picChg>
        <pc:picChg chg="add mod">
          <ac:chgData name="Blumengarten, Jake" userId="c9a63929-9140-4e74-9c4a-82977951c6ec" providerId="ADAL" clId="{8E9A526A-7953-D549-A8B4-1C7C81ACBBA9}" dt="2025-05-31T21:47:39.946" v="1104"/>
          <ac:picMkLst>
            <pc:docMk/>
            <pc:sldMk cId="2473341034" sldId="259"/>
            <ac:picMk id="9" creationId="{FE0B8145-182E-8655-B4C6-2E257968D337}"/>
          </ac:picMkLst>
        </pc:picChg>
      </pc:sldChg>
      <pc:sldChg chg="addSp delSp modSp add mod setBg">
        <pc:chgData name="Blumengarten, Jake" userId="c9a63929-9140-4e74-9c4a-82977951c6ec" providerId="ADAL" clId="{8E9A526A-7953-D549-A8B4-1C7C81ACBBA9}" dt="2025-05-31T21:59:27.388" v="1800"/>
        <pc:sldMkLst>
          <pc:docMk/>
          <pc:sldMk cId="2900985630" sldId="260"/>
        </pc:sldMkLst>
        <pc:spChg chg="del mod">
          <ac:chgData name="Blumengarten, Jake" userId="c9a63929-9140-4e74-9c4a-82977951c6ec" providerId="ADAL" clId="{8E9A526A-7953-D549-A8B4-1C7C81ACBBA9}" dt="2025-05-31T21:38:13.357" v="1053" actId="26606"/>
          <ac:spMkLst>
            <pc:docMk/>
            <pc:sldMk cId="2900985630" sldId="260"/>
            <ac:spMk id="4" creationId="{F046AA64-7A4B-A36A-AB14-E39E3E4C181A}"/>
          </ac:spMkLst>
        </pc:spChg>
        <pc:spChg chg="del">
          <ac:chgData name="Blumengarten, Jake" userId="c9a63929-9140-4e74-9c4a-82977951c6ec" providerId="ADAL" clId="{8E9A526A-7953-D549-A8B4-1C7C81ACBBA9}" dt="2025-05-31T14:16:01.229" v="61"/>
          <ac:spMkLst>
            <pc:docMk/>
            <pc:sldMk cId="2900985630" sldId="260"/>
            <ac:spMk id="5" creationId="{CA39418D-5669-397B-41AB-B88DC3D47B10}"/>
          </ac:spMkLst>
        </pc:spChg>
        <pc:spChg chg="add del mod">
          <ac:chgData name="Blumengarten, Jake" userId="c9a63929-9140-4e74-9c4a-82977951c6ec" providerId="ADAL" clId="{8E9A526A-7953-D549-A8B4-1C7C81ACBBA9}" dt="2025-05-31T21:38:13.357" v="1053" actId="26606"/>
          <ac:spMkLst>
            <pc:docMk/>
            <pc:sldMk cId="2900985630" sldId="260"/>
            <ac:spMk id="10" creationId="{32B8FA1B-167A-B505-4D49-6446BB9B98CC}"/>
          </ac:spMkLst>
        </pc:spChg>
        <pc:graphicFrameChg chg="add mod">
          <ac:chgData name="Blumengarten, Jake" userId="c9a63929-9140-4e74-9c4a-82977951c6ec" providerId="ADAL" clId="{8E9A526A-7953-D549-A8B4-1C7C81ACBBA9}" dt="2025-05-31T21:38:11.519" v="1051"/>
          <ac:graphicFrameMkLst>
            <pc:docMk/>
            <pc:sldMk cId="2900985630" sldId="260"/>
            <ac:graphicFrameMk id="11" creationId="{885C6F0F-EA61-291A-B852-56E4EFBCF1F3}"/>
          </ac:graphicFrameMkLst>
        </pc:graphicFrameChg>
        <pc:picChg chg="add del mod">
          <ac:chgData name="Blumengarten, Jake" userId="c9a63929-9140-4e74-9c4a-82977951c6ec" providerId="ADAL" clId="{8E9A526A-7953-D549-A8B4-1C7C81ACBBA9}" dt="2025-05-31T21:38:08.276" v="1049" actId="478"/>
          <ac:picMkLst>
            <pc:docMk/>
            <pc:sldMk cId="2900985630" sldId="260"/>
            <ac:picMk id="3" creationId="{FF4351A4-33D0-F8C7-97C5-0F8C639EC611}"/>
          </ac:picMkLst>
        </pc:picChg>
        <pc:picChg chg="del">
          <ac:chgData name="Blumengarten, Jake" userId="c9a63929-9140-4e74-9c4a-82977951c6ec" providerId="ADAL" clId="{8E9A526A-7953-D549-A8B4-1C7C81ACBBA9}" dt="2025-05-31T14:15:40.378" v="60" actId="478"/>
          <ac:picMkLst>
            <pc:docMk/>
            <pc:sldMk cId="2900985630" sldId="260"/>
            <ac:picMk id="6" creationId="{0D732163-4CC8-5747-F8AE-ED6E37406548}"/>
          </ac:picMkLst>
        </pc:picChg>
        <pc:picChg chg="add del mod">
          <ac:chgData name="Blumengarten, Jake" userId="c9a63929-9140-4e74-9c4a-82977951c6ec" providerId="ADAL" clId="{8E9A526A-7953-D549-A8B4-1C7C81ACBBA9}" dt="2025-05-31T14:16:46.154" v="72" actId="21"/>
          <ac:picMkLst>
            <pc:docMk/>
            <pc:sldMk cId="2900985630" sldId="260"/>
            <ac:picMk id="8" creationId="{4C64B006-A17A-AADF-71F5-28CC456B170D}"/>
          </ac:picMkLst>
        </pc:picChg>
        <pc:picChg chg="add mod">
          <ac:chgData name="Blumengarten, Jake" userId="c9a63929-9140-4e74-9c4a-82977951c6ec" providerId="ADAL" clId="{8E9A526A-7953-D549-A8B4-1C7C81ACBBA9}" dt="2025-05-31T21:47:39.946" v="1104"/>
          <ac:picMkLst>
            <pc:docMk/>
            <pc:sldMk cId="2900985630" sldId="260"/>
            <ac:picMk id="12" creationId="{4443AADB-C39E-FA8C-9050-4A87CE9ED5D4}"/>
          </ac:picMkLst>
        </pc:picChg>
      </pc:sldChg>
      <pc:sldChg chg="addSp delSp modSp new mod setBg">
        <pc:chgData name="Blumengarten, Jake" userId="c9a63929-9140-4e74-9c4a-82977951c6ec" providerId="ADAL" clId="{8E9A526A-7953-D549-A8B4-1C7C81ACBBA9}" dt="2025-05-31T21:59:27.388" v="1800"/>
        <pc:sldMkLst>
          <pc:docMk/>
          <pc:sldMk cId="1222617316" sldId="261"/>
        </pc:sldMkLst>
        <pc:spChg chg="del mod">
          <ac:chgData name="Blumengarten, Jake" userId="c9a63929-9140-4e74-9c4a-82977951c6ec" providerId="ADAL" clId="{8E9A526A-7953-D549-A8B4-1C7C81ACBBA9}" dt="2025-05-31T21:38:37.484" v="1061" actId="26606"/>
          <ac:spMkLst>
            <pc:docMk/>
            <pc:sldMk cId="1222617316" sldId="261"/>
            <ac:spMk id="2" creationId="{8A59F2F7-C9DE-61A7-7E7B-461E205B6FAC}"/>
          </ac:spMkLst>
        </pc:spChg>
        <pc:spChg chg="add del mod">
          <ac:chgData name="Blumengarten, Jake" userId="c9a63929-9140-4e74-9c4a-82977951c6ec" providerId="ADAL" clId="{8E9A526A-7953-D549-A8B4-1C7C81ACBBA9}" dt="2025-05-31T21:38:37.484" v="1061" actId="26606"/>
          <ac:spMkLst>
            <pc:docMk/>
            <pc:sldMk cId="1222617316" sldId="261"/>
            <ac:spMk id="3" creationId="{45622C35-975C-E7F8-F6F8-B761AD478D10}"/>
          </ac:spMkLst>
        </pc:spChg>
        <pc:graphicFrameChg chg="add mod">
          <ac:chgData name="Blumengarten, Jake" userId="c9a63929-9140-4e74-9c4a-82977951c6ec" providerId="ADAL" clId="{8E9A526A-7953-D549-A8B4-1C7C81ACBBA9}" dt="2025-05-31T21:38:36.003" v="1059"/>
          <ac:graphicFrameMkLst>
            <pc:docMk/>
            <pc:sldMk cId="1222617316" sldId="261"/>
            <ac:graphicFrameMk id="5" creationId="{411F2A8D-EE14-E703-85F3-AE80EC673B6F}"/>
          </ac:graphicFrameMkLst>
        </pc:graphicFrameChg>
        <pc:picChg chg="add del mod">
          <ac:chgData name="Blumengarten, Jake" userId="c9a63929-9140-4e74-9c4a-82977951c6ec" providerId="ADAL" clId="{8E9A526A-7953-D549-A8B4-1C7C81ACBBA9}" dt="2025-05-31T21:38:33.218" v="1057" actId="478"/>
          <ac:picMkLst>
            <pc:docMk/>
            <pc:sldMk cId="1222617316" sldId="261"/>
            <ac:picMk id="4" creationId="{4933549E-5915-DB01-37CE-08F149BFDD78}"/>
          </ac:picMkLst>
        </pc:picChg>
        <pc:picChg chg="add mod">
          <ac:chgData name="Blumengarten, Jake" userId="c9a63929-9140-4e74-9c4a-82977951c6ec" providerId="ADAL" clId="{8E9A526A-7953-D549-A8B4-1C7C81ACBBA9}" dt="2025-05-31T21:47:39.946" v="1104"/>
          <ac:picMkLst>
            <pc:docMk/>
            <pc:sldMk cId="1222617316" sldId="261"/>
            <ac:picMk id="6" creationId="{5FFEFFD5-577F-F4B1-919C-CA29F8F3D743}"/>
          </ac:picMkLst>
        </pc:picChg>
      </pc:sldChg>
      <pc:sldChg chg="addSp delSp modSp add mod setBg">
        <pc:chgData name="Blumengarten, Jake" userId="c9a63929-9140-4e74-9c4a-82977951c6ec" providerId="ADAL" clId="{8E9A526A-7953-D549-A8B4-1C7C81ACBBA9}" dt="2025-05-31T21:59:27.388" v="1800"/>
        <pc:sldMkLst>
          <pc:docMk/>
          <pc:sldMk cId="1805006960" sldId="262"/>
        </pc:sldMkLst>
        <pc:spChg chg="del mod">
          <ac:chgData name="Blumengarten, Jake" userId="c9a63929-9140-4e74-9c4a-82977951c6ec" providerId="ADAL" clId="{8E9A526A-7953-D549-A8B4-1C7C81ACBBA9}" dt="2025-05-31T21:39:01.130" v="1069" actId="26606"/>
          <ac:spMkLst>
            <pc:docMk/>
            <pc:sldMk cId="1805006960" sldId="262"/>
            <ac:spMk id="2" creationId="{004D8AD2-9BFF-ED41-EABD-00CD35006310}"/>
          </ac:spMkLst>
        </pc:spChg>
        <pc:spChg chg="del">
          <ac:chgData name="Blumengarten, Jake" userId="c9a63929-9140-4e74-9c4a-82977951c6ec" providerId="ADAL" clId="{8E9A526A-7953-D549-A8B4-1C7C81ACBBA9}" dt="2025-05-31T14:17:16.038" v="79"/>
          <ac:spMkLst>
            <pc:docMk/>
            <pc:sldMk cId="1805006960" sldId="262"/>
            <ac:spMk id="3" creationId="{A0EE6FC7-77F5-6E67-9496-FD0AF64ADDDC}"/>
          </ac:spMkLst>
        </pc:spChg>
        <pc:spChg chg="add del mod">
          <ac:chgData name="Blumengarten, Jake" userId="c9a63929-9140-4e74-9c4a-82977951c6ec" providerId="ADAL" clId="{8E9A526A-7953-D549-A8B4-1C7C81ACBBA9}" dt="2025-05-31T21:39:01.130" v="1069" actId="26606"/>
          <ac:spMkLst>
            <pc:docMk/>
            <pc:sldMk cId="1805006960" sldId="262"/>
            <ac:spMk id="8" creationId="{2904CB21-F77C-C0B1-C854-AED0E2A5FC17}"/>
          </ac:spMkLst>
        </pc:spChg>
        <pc:graphicFrameChg chg="add mod">
          <ac:chgData name="Blumengarten, Jake" userId="c9a63929-9140-4e74-9c4a-82977951c6ec" providerId="ADAL" clId="{8E9A526A-7953-D549-A8B4-1C7C81ACBBA9}" dt="2025-05-31T21:38:59.847" v="1067"/>
          <ac:graphicFrameMkLst>
            <pc:docMk/>
            <pc:sldMk cId="1805006960" sldId="262"/>
            <ac:graphicFrameMk id="9" creationId="{3EEF25A9-AD24-E884-5FA7-5C3E6FC6929A}"/>
          </ac:graphicFrameMkLst>
        </pc:graphicFrameChg>
        <pc:picChg chg="del">
          <ac:chgData name="Blumengarten, Jake" userId="c9a63929-9140-4e74-9c4a-82977951c6ec" providerId="ADAL" clId="{8E9A526A-7953-D549-A8B4-1C7C81ACBBA9}" dt="2025-05-31T14:17:04.649" v="78" actId="478"/>
          <ac:picMkLst>
            <pc:docMk/>
            <pc:sldMk cId="1805006960" sldId="262"/>
            <ac:picMk id="4" creationId="{BA4909F9-B2CD-1F80-1AAA-6E58A3E1A825}"/>
          </ac:picMkLst>
        </pc:picChg>
        <pc:picChg chg="add del mod">
          <ac:chgData name="Blumengarten, Jake" userId="c9a63929-9140-4e74-9c4a-82977951c6ec" providerId="ADAL" clId="{8E9A526A-7953-D549-A8B4-1C7C81ACBBA9}" dt="2025-05-31T21:38:55.287" v="1065" actId="478"/>
          <ac:picMkLst>
            <pc:docMk/>
            <pc:sldMk cId="1805006960" sldId="262"/>
            <ac:picMk id="6" creationId="{AAA9343B-07F2-0388-EEF4-CEA0EDCB9277}"/>
          </ac:picMkLst>
        </pc:picChg>
        <pc:picChg chg="add mod">
          <ac:chgData name="Blumengarten, Jake" userId="c9a63929-9140-4e74-9c4a-82977951c6ec" providerId="ADAL" clId="{8E9A526A-7953-D549-A8B4-1C7C81ACBBA9}" dt="2025-05-31T21:47:39.946" v="1104"/>
          <ac:picMkLst>
            <pc:docMk/>
            <pc:sldMk cId="1805006960" sldId="262"/>
            <ac:picMk id="10" creationId="{895AF764-701C-CBB8-F1B7-77E5843BAC68}"/>
          </ac:picMkLst>
        </pc:picChg>
      </pc:sldChg>
      <pc:sldChg chg="addSp delSp modSp new del mod modNotes">
        <pc:chgData name="Blumengarten, Jake" userId="c9a63929-9140-4e74-9c4a-82977951c6ec" providerId="ADAL" clId="{8E9A526A-7953-D549-A8B4-1C7C81ACBBA9}" dt="2025-05-31T14:37:41.687" v="284" actId="2696"/>
        <pc:sldMkLst>
          <pc:docMk/>
          <pc:sldMk cId="3042414508" sldId="263"/>
        </pc:sldMkLst>
        <pc:spChg chg="mod">
          <ac:chgData name="Blumengarten, Jake" userId="c9a63929-9140-4e74-9c4a-82977951c6ec" providerId="ADAL" clId="{8E9A526A-7953-D549-A8B4-1C7C81ACBBA9}" dt="2025-05-31T14:22:09.768" v="157"/>
          <ac:spMkLst>
            <pc:docMk/>
            <pc:sldMk cId="3042414508" sldId="263"/>
            <ac:spMk id="2" creationId="{DFA23206-C1D0-67C1-C2B3-C043A24BC97E}"/>
          </ac:spMkLst>
        </pc:spChg>
        <pc:spChg chg="add del mod">
          <ac:chgData name="Blumengarten, Jake" userId="c9a63929-9140-4e74-9c4a-82977951c6ec" providerId="ADAL" clId="{8E9A526A-7953-D549-A8B4-1C7C81ACBBA9}" dt="2025-05-31T14:22:09.768" v="157"/>
          <ac:spMkLst>
            <pc:docMk/>
            <pc:sldMk cId="3042414508" sldId="263"/>
            <ac:spMk id="3" creationId="{CEFDD464-0666-AD84-06FA-F674AD4D22DF}"/>
          </ac:spMkLst>
        </pc:spChg>
        <pc:graphicFrameChg chg="add mod">
          <ac:chgData name="Blumengarten, Jake" userId="c9a63929-9140-4e74-9c4a-82977951c6ec" providerId="ADAL" clId="{8E9A526A-7953-D549-A8B4-1C7C81ACBBA9}" dt="2025-05-31T14:18:33.371" v="99"/>
          <ac:graphicFrameMkLst>
            <pc:docMk/>
            <pc:sldMk cId="3042414508" sldId="263"/>
            <ac:graphicFrameMk id="4" creationId="{58FFC444-285B-96CE-A487-C4CD8E114D12}"/>
          </ac:graphicFrameMkLst>
        </pc:graphicFrameChg>
        <pc:graphicFrameChg chg="add mod">
          <ac:chgData name="Blumengarten, Jake" userId="c9a63929-9140-4e74-9c4a-82977951c6ec" providerId="ADAL" clId="{8E9A526A-7953-D549-A8B4-1C7C81ACBBA9}" dt="2025-05-31T14:18:33.371" v="99"/>
          <ac:graphicFrameMkLst>
            <pc:docMk/>
            <pc:sldMk cId="3042414508" sldId="263"/>
            <ac:graphicFrameMk id="5" creationId="{65BFA26F-4116-CA85-0AF8-58CC8A1A9FDE}"/>
          </ac:graphicFrameMkLst>
        </pc:graphicFrameChg>
        <pc:graphicFrameChg chg="add mod">
          <ac:chgData name="Blumengarten, Jake" userId="c9a63929-9140-4e74-9c4a-82977951c6ec" providerId="ADAL" clId="{8E9A526A-7953-D549-A8B4-1C7C81ACBBA9}" dt="2025-05-31T14:18:33.371" v="99"/>
          <ac:graphicFrameMkLst>
            <pc:docMk/>
            <pc:sldMk cId="3042414508" sldId="263"/>
            <ac:graphicFrameMk id="6" creationId="{D4ADEC14-92F6-8CBC-54E1-FC0772FE3D76}"/>
          </ac:graphicFrameMkLst>
        </pc:graphicFrameChg>
        <pc:graphicFrameChg chg="add mod">
          <ac:chgData name="Blumengarten, Jake" userId="c9a63929-9140-4e74-9c4a-82977951c6ec" providerId="ADAL" clId="{8E9A526A-7953-D549-A8B4-1C7C81ACBBA9}" dt="2025-05-31T14:18:33.371" v="99"/>
          <ac:graphicFrameMkLst>
            <pc:docMk/>
            <pc:sldMk cId="3042414508" sldId="263"/>
            <ac:graphicFrameMk id="7" creationId="{CB885D70-8728-C274-6535-3F8A24755794}"/>
          </ac:graphicFrameMkLst>
        </pc:graphicFrameChg>
        <pc:graphicFrameChg chg="add mod">
          <ac:chgData name="Blumengarten, Jake" userId="c9a63929-9140-4e74-9c4a-82977951c6ec" providerId="ADAL" clId="{8E9A526A-7953-D549-A8B4-1C7C81ACBBA9}" dt="2025-05-31T14:18:49.503" v="104"/>
          <ac:graphicFrameMkLst>
            <pc:docMk/>
            <pc:sldMk cId="3042414508" sldId="263"/>
            <ac:graphicFrameMk id="8" creationId="{58FFC444-285B-96CE-A487-C4CD8E114D12}"/>
          </ac:graphicFrameMkLst>
        </pc:graphicFrameChg>
        <pc:graphicFrameChg chg="add mod">
          <ac:chgData name="Blumengarten, Jake" userId="c9a63929-9140-4e74-9c4a-82977951c6ec" providerId="ADAL" clId="{8E9A526A-7953-D549-A8B4-1C7C81ACBBA9}" dt="2025-05-31T14:18:55.099" v="107"/>
          <ac:graphicFrameMkLst>
            <pc:docMk/>
            <pc:sldMk cId="3042414508" sldId="263"/>
            <ac:graphicFrameMk id="9" creationId="{58FFC444-285B-96CE-A487-C4CD8E114D12}"/>
          </ac:graphicFrameMkLst>
        </pc:graphicFrameChg>
        <pc:graphicFrameChg chg="add mod">
          <ac:chgData name="Blumengarten, Jake" userId="c9a63929-9140-4e74-9c4a-82977951c6ec" providerId="ADAL" clId="{8E9A526A-7953-D549-A8B4-1C7C81ACBBA9}" dt="2025-05-31T14:18:58.262" v="110"/>
          <ac:graphicFrameMkLst>
            <pc:docMk/>
            <pc:sldMk cId="3042414508" sldId="263"/>
            <ac:graphicFrameMk id="10" creationId="{58FFC444-285B-96CE-A487-C4CD8E114D12}"/>
          </ac:graphicFrameMkLst>
        </pc:graphicFrameChg>
        <pc:graphicFrameChg chg="add mod">
          <ac:chgData name="Blumengarten, Jake" userId="c9a63929-9140-4e74-9c4a-82977951c6ec" providerId="ADAL" clId="{8E9A526A-7953-D549-A8B4-1C7C81ACBBA9}" dt="2025-05-31T14:19:11.947" v="115"/>
          <ac:graphicFrameMkLst>
            <pc:docMk/>
            <pc:sldMk cId="3042414508" sldId="263"/>
            <ac:graphicFrameMk id="12" creationId="{D4ADEC14-92F6-8CBC-54E1-FC0772FE3D76}"/>
          </ac:graphicFrameMkLst>
        </pc:graphicFrameChg>
        <pc:picChg chg="add del mod">
          <ac:chgData name="Blumengarten, Jake" userId="c9a63929-9140-4e74-9c4a-82977951c6ec" providerId="ADAL" clId="{8E9A526A-7953-D549-A8B4-1C7C81ACBBA9}" dt="2025-05-31T14:37:39.955" v="283" actId="478"/>
          <ac:picMkLst>
            <pc:docMk/>
            <pc:sldMk cId="3042414508" sldId="263"/>
            <ac:picMk id="11" creationId="{DF951330-E302-6D33-2AE3-E6FB7251E220}"/>
          </ac:picMkLst>
        </pc:picChg>
        <pc:picChg chg="add mod">
          <ac:chgData name="Blumengarten, Jake" userId="c9a63929-9140-4e74-9c4a-82977951c6ec" providerId="ADAL" clId="{8E9A526A-7953-D549-A8B4-1C7C81ACBBA9}" dt="2025-05-31T14:23:33.034" v="173" actId="1076"/>
          <ac:picMkLst>
            <pc:docMk/>
            <pc:sldMk cId="3042414508" sldId="263"/>
            <ac:picMk id="13" creationId="{222395E5-AFC0-1E9C-301D-BDCD5F6ACA8A}"/>
          </ac:picMkLst>
        </pc:picChg>
      </pc:sldChg>
      <pc:sldChg chg="addSp delSp modSp add mod setBg modNotes">
        <pc:chgData name="Blumengarten, Jake" userId="c9a63929-9140-4e74-9c4a-82977951c6ec" providerId="ADAL" clId="{8E9A526A-7953-D549-A8B4-1C7C81ACBBA9}" dt="2025-05-31T21:59:27.388" v="1800"/>
        <pc:sldMkLst>
          <pc:docMk/>
          <pc:sldMk cId="594245097" sldId="264"/>
        </pc:sldMkLst>
        <pc:spChg chg="mod ord">
          <ac:chgData name="Blumengarten, Jake" userId="c9a63929-9140-4e74-9c4a-82977951c6ec" providerId="ADAL" clId="{8E9A526A-7953-D549-A8B4-1C7C81ACBBA9}" dt="2025-05-31T21:56:27.382" v="1690" actId="1076"/>
          <ac:spMkLst>
            <pc:docMk/>
            <pc:sldMk cId="594245097" sldId="264"/>
            <ac:spMk id="2" creationId="{6FD93F23-C813-61E4-4C85-618AA5A45975}"/>
          </ac:spMkLst>
        </pc:spChg>
        <pc:spChg chg="del mod">
          <ac:chgData name="Blumengarten, Jake" userId="c9a63929-9140-4e74-9c4a-82977951c6ec" providerId="ADAL" clId="{8E9A526A-7953-D549-A8B4-1C7C81ACBBA9}" dt="2025-05-31T21:48:26.628" v="1116" actId="26606"/>
          <ac:spMkLst>
            <pc:docMk/>
            <pc:sldMk cId="594245097" sldId="264"/>
            <ac:spMk id="3" creationId="{21D0578A-853F-50F1-47AF-3E3994E757B4}"/>
          </ac:spMkLst>
        </pc:spChg>
        <pc:spChg chg="add mod">
          <ac:chgData name="Blumengarten, Jake" userId="c9a63929-9140-4e74-9c4a-82977951c6ec" providerId="ADAL" clId="{8E9A526A-7953-D549-A8B4-1C7C81ACBBA9}" dt="2025-05-31T21:58:05.487" v="1776" actId="1076"/>
          <ac:spMkLst>
            <pc:docMk/>
            <pc:sldMk cId="594245097" sldId="264"/>
            <ac:spMk id="19" creationId="{5462B648-ED8B-F8B2-140F-3CA9B9802D2D}"/>
          </ac:spMkLst>
        </pc:spChg>
        <pc:spChg chg="add del mod">
          <ac:chgData name="Blumengarten, Jake" userId="c9a63929-9140-4e74-9c4a-82977951c6ec" providerId="ADAL" clId="{8E9A526A-7953-D549-A8B4-1C7C81ACBBA9}" dt="2025-05-31T21:57:42.601" v="1772" actId="478"/>
          <ac:spMkLst>
            <pc:docMk/>
            <pc:sldMk cId="594245097" sldId="264"/>
            <ac:spMk id="20" creationId="{A5F06887-E45D-DEF1-6D17-78BF99B4554B}"/>
          </ac:spMkLst>
        </pc:spChg>
        <pc:spChg chg="add mod">
          <ac:chgData name="Blumengarten, Jake" userId="c9a63929-9140-4e74-9c4a-82977951c6ec" providerId="ADAL" clId="{8E9A526A-7953-D549-A8B4-1C7C81ACBBA9}" dt="2025-05-31T21:58:34.234" v="1792" actId="1076"/>
          <ac:spMkLst>
            <pc:docMk/>
            <pc:sldMk cId="594245097" sldId="264"/>
            <ac:spMk id="21" creationId="{642A54A0-14A5-C63A-D9BA-9E59831A2722}"/>
          </ac:spMkLst>
        </pc:spChg>
        <pc:graphicFrameChg chg="add mod">
          <ac:chgData name="Blumengarten, Jake" userId="c9a63929-9140-4e74-9c4a-82977951c6ec" providerId="ADAL" clId="{8E9A526A-7953-D549-A8B4-1C7C81ACBBA9}" dt="2025-05-31T14:19:41.203" v="126"/>
          <ac:graphicFrameMkLst>
            <pc:docMk/>
            <pc:sldMk cId="594245097" sldId="264"/>
            <ac:graphicFrameMk id="4" creationId="{65BFA26F-4116-CA85-0AF8-58CC8A1A9FDE}"/>
          </ac:graphicFrameMkLst>
        </pc:graphicFrameChg>
        <pc:graphicFrameChg chg="add mod">
          <ac:chgData name="Blumengarten, Jake" userId="c9a63929-9140-4e74-9c4a-82977951c6ec" providerId="ADAL" clId="{8E9A526A-7953-D549-A8B4-1C7C81ACBBA9}" dt="2025-05-31T14:19:41.203" v="126"/>
          <ac:graphicFrameMkLst>
            <pc:docMk/>
            <pc:sldMk cId="594245097" sldId="264"/>
            <ac:graphicFrameMk id="5" creationId="{CB885D70-8728-C274-6535-3F8A24755794}"/>
          </ac:graphicFrameMkLst>
        </pc:graphicFrameChg>
        <pc:graphicFrameChg chg="add mod">
          <ac:chgData name="Blumengarten, Jake" userId="c9a63929-9140-4e74-9c4a-82977951c6ec" providerId="ADAL" clId="{8E9A526A-7953-D549-A8B4-1C7C81ACBBA9}" dt="2025-05-31T14:36:47.234" v="253"/>
          <ac:graphicFrameMkLst>
            <pc:docMk/>
            <pc:sldMk cId="594245097" sldId="264"/>
            <ac:graphicFrameMk id="7" creationId="{B83B9399-D3AE-BD24-497E-150F0C1877A5}"/>
          </ac:graphicFrameMkLst>
        </pc:graphicFrameChg>
        <pc:graphicFrameChg chg="add mod">
          <ac:chgData name="Blumengarten, Jake" userId="c9a63929-9140-4e74-9c4a-82977951c6ec" providerId="ADAL" clId="{8E9A526A-7953-D549-A8B4-1C7C81ACBBA9}" dt="2025-05-31T14:36:47.234" v="253"/>
          <ac:graphicFrameMkLst>
            <pc:docMk/>
            <pc:sldMk cId="594245097" sldId="264"/>
            <ac:graphicFrameMk id="8" creationId="{C0A70D28-5B3B-7E16-2232-AE36497DA146}"/>
          </ac:graphicFrameMkLst>
        </pc:graphicFrameChg>
        <pc:graphicFrameChg chg="add mod">
          <ac:chgData name="Blumengarten, Jake" userId="c9a63929-9140-4e74-9c4a-82977951c6ec" providerId="ADAL" clId="{8E9A526A-7953-D549-A8B4-1C7C81ACBBA9}" dt="2025-05-31T14:36:47.234" v="253"/>
          <ac:graphicFrameMkLst>
            <pc:docMk/>
            <pc:sldMk cId="594245097" sldId="264"/>
            <ac:graphicFrameMk id="9" creationId="{76C48AA6-79AB-9FFD-9D83-96E4355F0017}"/>
          </ac:graphicFrameMkLst>
        </pc:graphicFrameChg>
        <pc:graphicFrameChg chg="add mod">
          <ac:chgData name="Blumengarten, Jake" userId="c9a63929-9140-4e74-9c4a-82977951c6ec" providerId="ADAL" clId="{8E9A526A-7953-D549-A8B4-1C7C81ACBBA9}" dt="2025-05-31T14:36:47.234" v="253"/>
          <ac:graphicFrameMkLst>
            <pc:docMk/>
            <pc:sldMk cId="594245097" sldId="264"/>
            <ac:graphicFrameMk id="10" creationId="{C8EF92F4-2BB1-9B98-498A-7A07C6428709}"/>
          </ac:graphicFrameMkLst>
        </pc:graphicFrameChg>
        <pc:graphicFrameChg chg="add mod">
          <ac:chgData name="Blumengarten, Jake" userId="c9a63929-9140-4e74-9c4a-82977951c6ec" providerId="ADAL" clId="{8E9A526A-7953-D549-A8B4-1C7C81ACBBA9}" dt="2025-05-31T14:38:04.782" v="290"/>
          <ac:graphicFrameMkLst>
            <pc:docMk/>
            <pc:sldMk cId="594245097" sldId="264"/>
            <ac:graphicFrameMk id="14" creationId="{58FFC444-285B-96CE-A487-C4CD8E114D12}"/>
          </ac:graphicFrameMkLst>
        </pc:graphicFrameChg>
        <pc:graphicFrameChg chg="add mod">
          <ac:chgData name="Blumengarten, Jake" userId="c9a63929-9140-4e74-9c4a-82977951c6ec" providerId="ADAL" clId="{8E9A526A-7953-D549-A8B4-1C7C81ACBBA9}" dt="2025-05-31T14:38:04.782" v="290"/>
          <ac:graphicFrameMkLst>
            <pc:docMk/>
            <pc:sldMk cId="594245097" sldId="264"/>
            <ac:graphicFrameMk id="15" creationId="{65BFA26F-4116-CA85-0AF8-58CC8A1A9FDE}"/>
          </ac:graphicFrameMkLst>
        </pc:graphicFrameChg>
        <pc:graphicFrameChg chg="add mod">
          <ac:chgData name="Blumengarten, Jake" userId="c9a63929-9140-4e74-9c4a-82977951c6ec" providerId="ADAL" clId="{8E9A526A-7953-D549-A8B4-1C7C81ACBBA9}" dt="2025-05-31T14:38:04.782" v="290"/>
          <ac:graphicFrameMkLst>
            <pc:docMk/>
            <pc:sldMk cId="594245097" sldId="264"/>
            <ac:graphicFrameMk id="16" creationId="{D4ADEC14-92F6-8CBC-54E1-FC0772FE3D76}"/>
          </ac:graphicFrameMkLst>
        </pc:graphicFrameChg>
        <pc:graphicFrameChg chg="add mod">
          <ac:chgData name="Blumengarten, Jake" userId="c9a63929-9140-4e74-9c4a-82977951c6ec" providerId="ADAL" clId="{8E9A526A-7953-D549-A8B4-1C7C81ACBBA9}" dt="2025-05-31T14:38:04.782" v="290"/>
          <ac:graphicFrameMkLst>
            <pc:docMk/>
            <pc:sldMk cId="594245097" sldId="264"/>
            <ac:graphicFrameMk id="17" creationId="{CB885D70-8728-C274-6535-3F8A24755794}"/>
          </ac:graphicFrameMkLst>
        </pc:graphicFrameChg>
        <pc:picChg chg="add del mod">
          <ac:chgData name="Blumengarten, Jake" userId="c9a63929-9140-4e74-9c4a-82977951c6ec" providerId="ADAL" clId="{8E9A526A-7953-D549-A8B4-1C7C81ACBBA9}" dt="2025-05-31T14:37:30.431" v="272" actId="478"/>
          <ac:picMkLst>
            <pc:docMk/>
            <pc:sldMk cId="594245097" sldId="264"/>
            <ac:picMk id="6" creationId="{0632777F-4DA2-6B35-EDCA-131EB6AFB670}"/>
          </ac:picMkLst>
        </pc:picChg>
        <pc:picChg chg="del">
          <ac:chgData name="Blumengarten, Jake" userId="c9a63929-9140-4e74-9c4a-82977951c6ec" providerId="ADAL" clId="{8E9A526A-7953-D549-A8B4-1C7C81ACBBA9}" dt="2025-05-31T14:19:36.751" v="121" actId="478"/>
          <ac:picMkLst>
            <pc:docMk/>
            <pc:sldMk cId="594245097" sldId="264"/>
            <ac:picMk id="11" creationId="{0C39AB70-CBE4-45C5-4D40-82B928A8AFE4}"/>
          </ac:picMkLst>
        </pc:picChg>
        <pc:picChg chg="add del">
          <ac:chgData name="Blumengarten, Jake" userId="c9a63929-9140-4e74-9c4a-82977951c6ec" providerId="ADAL" clId="{8E9A526A-7953-D549-A8B4-1C7C81ACBBA9}" dt="2025-05-31T14:37:28.890" v="271" actId="478"/>
          <ac:picMkLst>
            <pc:docMk/>
            <pc:sldMk cId="594245097" sldId="264"/>
            <ac:picMk id="12" creationId="{BE52AAE0-37D2-AD1D-0B02-0557C6F4EDC6}"/>
          </ac:picMkLst>
        </pc:picChg>
        <pc:picChg chg="del">
          <ac:chgData name="Blumengarten, Jake" userId="c9a63929-9140-4e74-9c4a-82977951c6ec" providerId="ADAL" clId="{8E9A526A-7953-D549-A8B4-1C7C81ACBBA9}" dt="2025-05-31T14:19:37.799" v="122" actId="478"/>
          <ac:picMkLst>
            <pc:docMk/>
            <pc:sldMk cId="594245097" sldId="264"/>
            <ac:picMk id="13" creationId="{D2D5404C-EF59-67D4-E859-9BBC34070021}"/>
          </ac:picMkLst>
        </pc:picChg>
        <pc:picChg chg="add mod">
          <ac:chgData name="Blumengarten, Jake" userId="c9a63929-9140-4e74-9c4a-82977951c6ec" providerId="ADAL" clId="{8E9A526A-7953-D549-A8B4-1C7C81ACBBA9}" dt="2025-05-31T21:48:26.628" v="1116" actId="26606"/>
          <ac:picMkLst>
            <pc:docMk/>
            <pc:sldMk cId="594245097" sldId="264"/>
            <ac:picMk id="18" creationId="{3F822F0D-2323-0AC2-F4A8-C9F5A3838DB7}"/>
          </ac:picMkLst>
        </pc:picChg>
      </pc:sldChg>
      <pc:sldChg chg="addSp delSp modSp add mod setBg modNotes">
        <pc:chgData name="Blumengarten, Jake" userId="c9a63929-9140-4e74-9c4a-82977951c6ec" providerId="ADAL" clId="{8E9A526A-7953-D549-A8B4-1C7C81ACBBA9}" dt="2025-05-31T21:59:27.388" v="1800"/>
        <pc:sldMkLst>
          <pc:docMk/>
          <pc:sldMk cId="596379584" sldId="265"/>
        </pc:sldMkLst>
        <pc:spChg chg="del mod">
          <ac:chgData name="Blumengarten, Jake" userId="c9a63929-9140-4e74-9c4a-82977951c6ec" providerId="ADAL" clId="{8E9A526A-7953-D549-A8B4-1C7C81ACBBA9}" dt="2025-05-31T21:48:31.689" v="1118" actId="26606"/>
          <ac:spMkLst>
            <pc:docMk/>
            <pc:sldMk cId="596379584" sldId="265"/>
            <ac:spMk id="2" creationId="{278E3719-05C8-1B43-4393-8505FEBA3CB2}"/>
          </ac:spMkLst>
        </pc:spChg>
        <pc:spChg chg="del mod">
          <ac:chgData name="Blumengarten, Jake" userId="c9a63929-9140-4e74-9c4a-82977951c6ec" providerId="ADAL" clId="{8E9A526A-7953-D549-A8B4-1C7C81ACBBA9}" dt="2025-05-31T21:48:31.689" v="1118" actId="26606"/>
          <ac:spMkLst>
            <pc:docMk/>
            <pc:sldMk cId="596379584" sldId="265"/>
            <ac:spMk id="3" creationId="{41BBADBF-C395-8D0E-B409-D15F9B044D8A}"/>
          </ac:spMkLst>
        </pc:spChg>
        <pc:graphicFrameChg chg="add mod">
          <ac:chgData name="Blumengarten, Jake" userId="c9a63929-9140-4e74-9c4a-82977951c6ec" providerId="ADAL" clId="{8E9A526A-7953-D549-A8B4-1C7C81ACBBA9}" dt="2025-05-31T14:20:06.958" v="134"/>
          <ac:graphicFrameMkLst>
            <pc:docMk/>
            <pc:sldMk cId="596379584" sldId="265"/>
            <ac:graphicFrameMk id="4" creationId="{7EF4A6B6-52DA-4D43-95B4-0CE8726F6DAB}"/>
          </ac:graphicFrameMkLst>
        </pc:graphicFrameChg>
        <pc:graphicFrameChg chg="add mod">
          <ac:chgData name="Blumengarten, Jake" userId="c9a63929-9140-4e74-9c4a-82977951c6ec" providerId="ADAL" clId="{8E9A526A-7953-D549-A8B4-1C7C81ACBBA9}" dt="2025-05-31T14:21:05.534" v="144"/>
          <ac:graphicFrameMkLst>
            <pc:docMk/>
            <pc:sldMk cId="596379584" sldId="265"/>
            <ac:graphicFrameMk id="7" creationId="{7EF4A6B6-52DA-4D43-95B4-0CE8726F6DAB}"/>
          </ac:graphicFrameMkLst>
        </pc:graphicFrameChg>
        <pc:picChg chg="add mod">
          <ac:chgData name="Blumengarten, Jake" userId="c9a63929-9140-4e74-9c4a-82977951c6ec" providerId="ADAL" clId="{8E9A526A-7953-D549-A8B4-1C7C81ACBBA9}" dt="2025-05-31T21:48:31.689" v="1118" actId="26606"/>
          <ac:picMkLst>
            <pc:docMk/>
            <pc:sldMk cId="596379584" sldId="265"/>
            <ac:picMk id="5" creationId="{7F80C3FF-0033-4E77-BFB5-0E9EE50B5922}"/>
          </ac:picMkLst>
        </pc:picChg>
        <pc:picChg chg="del">
          <ac:chgData name="Blumengarten, Jake" userId="c9a63929-9140-4e74-9c4a-82977951c6ec" providerId="ADAL" clId="{8E9A526A-7953-D549-A8B4-1C7C81ACBBA9}" dt="2025-05-31T14:19:57.942" v="131" actId="478"/>
          <ac:picMkLst>
            <pc:docMk/>
            <pc:sldMk cId="596379584" sldId="265"/>
            <ac:picMk id="6" creationId="{A4DBCC9B-6435-29B5-A8F8-7201112BBF31}"/>
          </ac:picMkLst>
        </pc:picChg>
      </pc:sldChg>
      <pc:sldChg chg="addSp delSp modSp new mod setBg">
        <pc:chgData name="Blumengarten, Jake" userId="c9a63929-9140-4e74-9c4a-82977951c6ec" providerId="ADAL" clId="{8E9A526A-7953-D549-A8B4-1C7C81ACBBA9}" dt="2025-05-31T21:59:27.388" v="1800"/>
        <pc:sldMkLst>
          <pc:docMk/>
          <pc:sldMk cId="2122282791" sldId="266"/>
        </pc:sldMkLst>
        <pc:spChg chg="del mod">
          <ac:chgData name="Blumengarten, Jake" userId="c9a63929-9140-4e74-9c4a-82977951c6ec" providerId="ADAL" clId="{8E9A526A-7953-D549-A8B4-1C7C81ACBBA9}" dt="2025-05-31T21:48:34.253" v="1119" actId="26606"/>
          <ac:spMkLst>
            <pc:docMk/>
            <pc:sldMk cId="2122282791" sldId="266"/>
            <ac:spMk id="2" creationId="{F3DDD481-7DAF-3EC1-40DD-F40C75F9EA23}"/>
          </ac:spMkLst>
        </pc:spChg>
        <pc:spChg chg="del mod">
          <ac:chgData name="Blumengarten, Jake" userId="c9a63929-9140-4e74-9c4a-82977951c6ec" providerId="ADAL" clId="{8E9A526A-7953-D549-A8B4-1C7C81ACBBA9}" dt="2025-05-31T21:48:34.253" v="1119" actId="26606"/>
          <ac:spMkLst>
            <pc:docMk/>
            <pc:sldMk cId="2122282791" sldId="266"/>
            <ac:spMk id="3" creationId="{391BF850-6151-C8F6-F079-3C25EE38E9B4}"/>
          </ac:spMkLst>
        </pc:spChg>
        <pc:graphicFrameChg chg="add mod">
          <ac:chgData name="Blumengarten, Jake" userId="c9a63929-9140-4e74-9c4a-82977951c6ec" providerId="ADAL" clId="{8E9A526A-7953-D549-A8B4-1C7C81ACBBA9}" dt="2025-05-31T14:21:22.969" v="148"/>
          <ac:graphicFrameMkLst>
            <pc:docMk/>
            <pc:sldMk cId="2122282791" sldId="266"/>
            <ac:graphicFrameMk id="4" creationId="{9FF1AADA-2E4B-7B4F-9079-328C854A7027}"/>
          </ac:graphicFrameMkLst>
        </pc:graphicFrameChg>
        <pc:graphicFrameChg chg="add mod">
          <ac:chgData name="Blumengarten, Jake" userId="c9a63929-9140-4e74-9c4a-82977951c6ec" providerId="ADAL" clId="{8E9A526A-7953-D549-A8B4-1C7C81ACBBA9}" dt="2025-05-31T14:21:41.989" v="153"/>
          <ac:graphicFrameMkLst>
            <pc:docMk/>
            <pc:sldMk cId="2122282791" sldId="266"/>
            <ac:graphicFrameMk id="5" creationId="{9FF1AADA-2E4B-7B4F-9079-328C854A7027}"/>
          </ac:graphicFrameMkLst>
        </pc:graphicFrameChg>
        <pc:picChg chg="add mod">
          <ac:chgData name="Blumengarten, Jake" userId="c9a63929-9140-4e74-9c4a-82977951c6ec" providerId="ADAL" clId="{8E9A526A-7953-D549-A8B4-1C7C81ACBBA9}" dt="2025-05-31T21:48:34.253" v="1119" actId="26606"/>
          <ac:picMkLst>
            <pc:docMk/>
            <pc:sldMk cId="2122282791" sldId="266"/>
            <ac:picMk id="6" creationId="{6E93FFEC-76F3-A42F-DA94-98B81B3F89BE}"/>
          </ac:picMkLst>
        </pc:picChg>
      </pc:sldChg>
      <pc:sldChg chg="addSp delSp modSp new mod setBg">
        <pc:chgData name="Blumengarten, Jake" userId="c9a63929-9140-4e74-9c4a-82977951c6ec" providerId="ADAL" clId="{8E9A526A-7953-D549-A8B4-1C7C81ACBBA9}" dt="2025-05-31T22:02:18.822" v="2023" actId="1076"/>
        <pc:sldMkLst>
          <pc:docMk/>
          <pc:sldMk cId="2185125125" sldId="267"/>
        </pc:sldMkLst>
        <pc:spChg chg="mod ord">
          <ac:chgData name="Blumengarten, Jake" userId="c9a63929-9140-4e74-9c4a-82977951c6ec" providerId="ADAL" clId="{8E9A526A-7953-D549-A8B4-1C7C81ACBBA9}" dt="2025-05-31T21:56:23.574" v="1689" actId="207"/>
          <ac:spMkLst>
            <pc:docMk/>
            <pc:sldMk cId="2185125125" sldId="267"/>
            <ac:spMk id="2" creationId="{E7057E3D-7005-679C-92A2-BD1474FC27F1}"/>
          </ac:spMkLst>
        </pc:spChg>
        <pc:spChg chg="del mod">
          <ac:chgData name="Blumengarten, Jake" userId="c9a63929-9140-4e74-9c4a-82977951c6ec" providerId="ADAL" clId="{8E9A526A-7953-D549-A8B4-1C7C81ACBBA9}" dt="2025-05-31T21:48:29.723" v="1117" actId="26606"/>
          <ac:spMkLst>
            <pc:docMk/>
            <pc:sldMk cId="2185125125" sldId="267"/>
            <ac:spMk id="3" creationId="{A75150F5-648A-40F7-FF90-22B0F8AAB4C8}"/>
          </ac:spMkLst>
        </pc:spChg>
        <pc:spChg chg="add mod">
          <ac:chgData name="Blumengarten, Jake" userId="c9a63929-9140-4e74-9c4a-82977951c6ec" providerId="ADAL" clId="{8E9A526A-7953-D549-A8B4-1C7C81ACBBA9}" dt="2025-05-31T22:00:29.175" v="1887" actId="1076"/>
          <ac:spMkLst>
            <pc:docMk/>
            <pc:sldMk cId="2185125125" sldId="267"/>
            <ac:spMk id="5" creationId="{593FE38C-8658-1A46-3FAA-CEC532B9674B}"/>
          </ac:spMkLst>
        </pc:spChg>
        <pc:spChg chg="add mod">
          <ac:chgData name="Blumengarten, Jake" userId="c9a63929-9140-4e74-9c4a-82977951c6ec" providerId="ADAL" clId="{8E9A526A-7953-D549-A8B4-1C7C81ACBBA9}" dt="2025-05-31T22:01:23.306" v="1951" actId="1076"/>
          <ac:spMkLst>
            <pc:docMk/>
            <pc:sldMk cId="2185125125" sldId="267"/>
            <ac:spMk id="6" creationId="{3EC8B593-62B9-C5AA-C8D5-0A526AE6E69C}"/>
          </ac:spMkLst>
        </pc:spChg>
        <pc:spChg chg="add mod">
          <ac:chgData name="Blumengarten, Jake" userId="c9a63929-9140-4e74-9c4a-82977951c6ec" providerId="ADAL" clId="{8E9A526A-7953-D549-A8B4-1C7C81ACBBA9}" dt="2025-05-31T22:02:18.822" v="2023" actId="1076"/>
          <ac:spMkLst>
            <pc:docMk/>
            <pc:sldMk cId="2185125125" sldId="267"/>
            <ac:spMk id="7" creationId="{66022885-02E6-4B8D-CDFA-72DA52F586C0}"/>
          </ac:spMkLst>
        </pc:spChg>
        <pc:picChg chg="add mod">
          <ac:chgData name="Blumengarten, Jake" userId="c9a63929-9140-4e74-9c4a-82977951c6ec" providerId="ADAL" clId="{8E9A526A-7953-D549-A8B4-1C7C81ACBBA9}" dt="2025-05-31T21:48:29.723" v="1117" actId="26606"/>
          <ac:picMkLst>
            <pc:docMk/>
            <pc:sldMk cId="2185125125" sldId="267"/>
            <ac:picMk id="4" creationId="{E4E72CEC-1C95-AA49-F4FC-78F3BF4F6A75}"/>
          </ac:picMkLst>
        </pc:picChg>
      </pc:sldChg>
      <pc:sldChg chg="addSp delSp modSp new del mod ord setBg">
        <pc:chgData name="Blumengarten, Jake" userId="c9a63929-9140-4e74-9c4a-82977951c6ec" providerId="ADAL" clId="{8E9A526A-7953-D549-A8B4-1C7C81ACBBA9}" dt="2025-05-31T21:36:12.294" v="1019" actId="2696"/>
        <pc:sldMkLst>
          <pc:docMk/>
          <pc:sldMk cId="1524423248" sldId="268"/>
        </pc:sldMkLst>
        <pc:spChg chg="add del">
          <ac:chgData name="Blumengarten, Jake" userId="c9a63929-9140-4e74-9c4a-82977951c6ec" providerId="ADAL" clId="{8E9A526A-7953-D549-A8B4-1C7C81ACBBA9}" dt="2025-05-31T14:46:40.426" v="299"/>
          <ac:spMkLst>
            <pc:docMk/>
            <pc:sldMk cId="1524423248" sldId="268"/>
            <ac:spMk id="3" creationId="{D510C09A-FB45-EB19-1983-2984C553950C}"/>
          </ac:spMkLst>
        </pc:spChg>
        <pc:graphicFrameChg chg="add mod">
          <ac:chgData name="Blumengarten, Jake" userId="c9a63929-9140-4e74-9c4a-82977951c6ec" providerId="ADAL" clId="{8E9A526A-7953-D549-A8B4-1C7C81ACBBA9}" dt="2025-05-31T14:46:14.361" v="298"/>
          <ac:graphicFrameMkLst>
            <pc:docMk/>
            <pc:sldMk cId="1524423248" sldId="268"/>
            <ac:graphicFrameMk id="4" creationId="{DB3F2DD8-9FA7-61AD-B2A6-4572372B2AA7}"/>
          </ac:graphicFrameMkLst>
        </pc:graphicFrameChg>
        <pc:graphicFrameChg chg="add del mod">
          <ac:chgData name="Blumengarten, Jake" userId="c9a63929-9140-4e74-9c4a-82977951c6ec" providerId="ADAL" clId="{8E9A526A-7953-D549-A8B4-1C7C81ACBBA9}" dt="2025-05-31T21:30:22.006" v="924" actId="478"/>
          <ac:graphicFrameMkLst>
            <pc:docMk/>
            <pc:sldMk cId="1524423248" sldId="268"/>
            <ac:graphicFrameMk id="9" creationId="{5B090A4C-C41C-0BAF-E437-5519B83C0098}"/>
          </ac:graphicFrameMkLst>
        </pc:graphicFrameChg>
        <pc:graphicFrameChg chg="add mod">
          <ac:chgData name="Blumengarten, Jake" userId="c9a63929-9140-4e74-9c4a-82977951c6ec" providerId="ADAL" clId="{8E9A526A-7953-D549-A8B4-1C7C81ACBBA9}" dt="2025-05-31T21:30:48.019" v="933" actId="1076"/>
          <ac:graphicFrameMkLst>
            <pc:docMk/>
            <pc:sldMk cId="1524423248" sldId="268"/>
            <ac:graphicFrameMk id="10" creationId="{4CDF296E-1283-D4DD-CC18-7D69080B911E}"/>
          </ac:graphicFrameMkLst>
        </pc:graphicFrameChg>
        <pc:picChg chg="add mod">
          <ac:chgData name="Blumengarten, Jake" userId="c9a63929-9140-4e74-9c4a-82977951c6ec" providerId="ADAL" clId="{8E9A526A-7953-D549-A8B4-1C7C81ACBBA9}" dt="2025-05-31T14:48:04.044" v="318" actId="1076"/>
          <ac:picMkLst>
            <pc:docMk/>
            <pc:sldMk cId="1524423248" sldId="268"/>
            <ac:picMk id="6" creationId="{3B8D5E09-4FCC-AF77-89B7-CF726E63C562}"/>
          </ac:picMkLst>
        </pc:picChg>
        <pc:picChg chg="add mod">
          <ac:chgData name="Blumengarten, Jake" userId="c9a63929-9140-4e74-9c4a-82977951c6ec" providerId="ADAL" clId="{8E9A526A-7953-D549-A8B4-1C7C81ACBBA9}" dt="2025-05-31T14:48:05.246" v="319" actId="1076"/>
          <ac:picMkLst>
            <pc:docMk/>
            <pc:sldMk cId="1524423248" sldId="268"/>
            <ac:picMk id="8" creationId="{0CDDD4DB-4142-F666-CBFE-C2AA24DB63A7}"/>
          </ac:picMkLst>
        </pc:picChg>
        <pc:picChg chg="add mod">
          <ac:chgData name="Blumengarten, Jake" userId="c9a63929-9140-4e74-9c4a-82977951c6ec" providerId="ADAL" clId="{8E9A526A-7953-D549-A8B4-1C7C81ACBBA9}" dt="2025-05-31T14:46:14.361" v="298"/>
          <ac:picMkLst>
            <pc:docMk/>
            <pc:sldMk cId="1524423248" sldId="268"/>
            <ac:picMk id="3073" creationId="{A515D24D-84D1-BD8B-00D3-303F7FBA1648}"/>
          </ac:picMkLst>
        </pc:picChg>
        <pc:picChg chg="add del mod">
          <ac:chgData name="Blumengarten, Jake" userId="c9a63929-9140-4e74-9c4a-82977951c6ec" providerId="ADAL" clId="{8E9A526A-7953-D549-A8B4-1C7C81ACBBA9}" dt="2025-05-31T21:30:22.006" v="924" actId="478"/>
          <ac:picMkLst>
            <pc:docMk/>
            <pc:sldMk cId="1524423248" sldId="268"/>
            <ac:picMk id="3074" creationId="{B0FC7B53-F45F-C73D-8FCE-8018417F4980}"/>
          </ac:picMkLst>
        </pc:picChg>
        <pc:picChg chg="add mod">
          <ac:chgData name="Blumengarten, Jake" userId="c9a63929-9140-4e74-9c4a-82977951c6ec" providerId="ADAL" clId="{8E9A526A-7953-D549-A8B4-1C7C81ACBBA9}" dt="2025-05-31T21:30:48.611" v="934"/>
          <ac:picMkLst>
            <pc:docMk/>
            <pc:sldMk cId="1524423248" sldId="268"/>
            <ac:picMk id="3075" creationId="{8056FB64-E386-4D1E-03B7-B722765E3D6F}"/>
          </ac:picMkLst>
        </pc:picChg>
      </pc:sldChg>
      <pc:sldChg chg="addSp delSp modSp new mod setBg modNotes">
        <pc:chgData name="Blumengarten, Jake" userId="c9a63929-9140-4e74-9c4a-82977951c6ec" providerId="ADAL" clId="{8E9A526A-7953-D549-A8B4-1C7C81ACBBA9}" dt="2025-05-31T21:59:27.388" v="1800"/>
        <pc:sldMkLst>
          <pc:docMk/>
          <pc:sldMk cId="3496099911" sldId="269"/>
        </pc:sldMkLst>
        <pc:spChg chg="del">
          <ac:chgData name="Blumengarten, Jake" userId="c9a63929-9140-4e74-9c4a-82977951c6ec" providerId="ADAL" clId="{8E9A526A-7953-D549-A8B4-1C7C81ACBBA9}" dt="2025-05-31T21:26:14.081" v="916" actId="26606"/>
          <ac:spMkLst>
            <pc:docMk/>
            <pc:sldMk cId="3496099911" sldId="269"/>
            <ac:spMk id="2" creationId="{6C930BBC-4B71-EC19-C865-5B3F7E991295}"/>
          </ac:spMkLst>
        </pc:spChg>
        <pc:spChg chg="del">
          <ac:chgData name="Blumengarten, Jake" userId="c9a63929-9140-4e74-9c4a-82977951c6ec" providerId="ADAL" clId="{8E9A526A-7953-D549-A8B4-1C7C81ACBBA9}" dt="2025-05-31T20:44:51.106" v="875"/>
          <ac:spMkLst>
            <pc:docMk/>
            <pc:sldMk cId="3496099911" sldId="269"/>
            <ac:spMk id="3" creationId="{710834F6-61E0-9CE0-B5C0-8552ED7C4BD6}"/>
          </ac:spMkLst>
        </pc:spChg>
        <pc:spChg chg="add del mod">
          <ac:chgData name="Blumengarten, Jake" userId="c9a63929-9140-4e74-9c4a-82977951c6ec" providerId="ADAL" clId="{8E9A526A-7953-D549-A8B4-1C7C81ACBBA9}" dt="2025-05-31T20:59:18.269" v="883"/>
          <ac:spMkLst>
            <pc:docMk/>
            <pc:sldMk cId="3496099911" sldId="269"/>
            <ac:spMk id="9" creationId="{5318A76D-CA18-CD55-F7F6-4A287D338DCC}"/>
          </ac:spMkLst>
        </pc:spChg>
        <pc:spChg chg="add del mod">
          <ac:chgData name="Blumengarten, Jake" userId="c9a63929-9140-4e74-9c4a-82977951c6ec" providerId="ADAL" clId="{8E9A526A-7953-D549-A8B4-1C7C81ACBBA9}" dt="2025-05-31T20:59:55.044" v="890"/>
          <ac:spMkLst>
            <pc:docMk/>
            <pc:sldMk cId="3496099911" sldId="269"/>
            <ac:spMk id="13" creationId="{1BD7D030-CECE-A575-55DC-BF0ACC2FE22F}"/>
          </ac:spMkLst>
        </pc:spChg>
        <pc:spChg chg="add del mod">
          <ac:chgData name="Blumengarten, Jake" userId="c9a63929-9140-4e74-9c4a-82977951c6ec" providerId="ADAL" clId="{8E9A526A-7953-D549-A8B4-1C7C81ACBBA9}" dt="2025-05-31T21:26:14.081" v="916" actId="26606"/>
          <ac:spMkLst>
            <pc:docMk/>
            <pc:sldMk cId="3496099911" sldId="269"/>
            <ac:spMk id="19" creationId="{EAB9C58F-6C79-E953-DF63-1530F80F78C9}"/>
          </ac:spMkLst>
        </pc:spChg>
        <pc:spChg chg="add del mod">
          <ac:chgData name="Blumengarten, Jake" userId="c9a63929-9140-4e74-9c4a-82977951c6ec" providerId="ADAL" clId="{8E9A526A-7953-D549-A8B4-1C7C81ACBBA9}" dt="2025-05-31T21:36:23.438" v="1024" actId="26606"/>
          <ac:spMkLst>
            <pc:docMk/>
            <pc:sldMk cId="3496099911" sldId="269"/>
            <ac:spMk id="21" creationId="{B9A26847-F580-CE54-F11B-EA84FED0AD22}"/>
          </ac:spMkLst>
        </pc:spChg>
        <pc:graphicFrameChg chg="add mod">
          <ac:chgData name="Blumengarten, Jake" userId="c9a63929-9140-4e74-9c4a-82977951c6ec" providerId="ADAL" clId="{8E9A526A-7953-D549-A8B4-1C7C81ACBBA9}" dt="2025-05-31T21:36:21.903" v="1022"/>
          <ac:graphicFrameMkLst>
            <pc:docMk/>
            <pc:sldMk cId="3496099911" sldId="269"/>
            <ac:graphicFrameMk id="22" creationId="{D7766D11-FA18-5BC2-92BB-6756A9087587}"/>
          </ac:graphicFrameMkLst>
        </pc:graphicFrameChg>
        <pc:picChg chg="add del mod">
          <ac:chgData name="Blumengarten, Jake" userId="c9a63929-9140-4e74-9c4a-82977951c6ec" providerId="ADAL" clId="{8E9A526A-7953-D549-A8B4-1C7C81ACBBA9}" dt="2025-05-31T20:44:22.946" v="874" actId="478"/>
          <ac:picMkLst>
            <pc:docMk/>
            <pc:sldMk cId="3496099911" sldId="269"/>
            <ac:picMk id="4" creationId="{18871EBB-9C3E-E69F-ABB7-82656F772BEF}"/>
          </ac:picMkLst>
        </pc:picChg>
        <pc:picChg chg="add mod">
          <ac:chgData name="Blumengarten, Jake" userId="c9a63929-9140-4e74-9c4a-82977951c6ec" providerId="ADAL" clId="{8E9A526A-7953-D549-A8B4-1C7C81ACBBA9}" dt="2025-05-31T20:44:18.391" v="872"/>
          <ac:picMkLst>
            <pc:docMk/>
            <pc:sldMk cId="3496099911" sldId="269"/>
            <ac:picMk id="5" creationId="{3365EA0F-40E1-1A02-7C29-03378FC91516}"/>
          </ac:picMkLst>
        </pc:picChg>
        <pc:picChg chg="add del mod">
          <ac:chgData name="Blumengarten, Jake" userId="c9a63929-9140-4e74-9c4a-82977951c6ec" providerId="ADAL" clId="{8E9A526A-7953-D549-A8B4-1C7C81ACBBA9}" dt="2025-05-31T20:59:16.953" v="882" actId="478"/>
          <ac:picMkLst>
            <pc:docMk/>
            <pc:sldMk cId="3496099911" sldId="269"/>
            <ac:picMk id="7" creationId="{E89CDBA0-ED96-235B-CE99-5110C689B6BE}"/>
          </ac:picMkLst>
        </pc:picChg>
        <pc:picChg chg="add del mod">
          <ac:chgData name="Blumengarten, Jake" userId="c9a63929-9140-4e74-9c4a-82977951c6ec" providerId="ADAL" clId="{8E9A526A-7953-D549-A8B4-1C7C81ACBBA9}" dt="2025-05-31T20:59:53.569" v="889" actId="478"/>
          <ac:picMkLst>
            <pc:docMk/>
            <pc:sldMk cId="3496099911" sldId="269"/>
            <ac:picMk id="11" creationId="{1F5ADC72-941B-E9C4-7E41-EB68B7623577}"/>
          </ac:picMkLst>
        </pc:picChg>
        <pc:picChg chg="add del mod">
          <ac:chgData name="Blumengarten, Jake" userId="c9a63929-9140-4e74-9c4a-82977951c6ec" providerId="ADAL" clId="{8E9A526A-7953-D549-A8B4-1C7C81ACBBA9}" dt="2025-05-31T21:25:34.478" v="907" actId="478"/>
          <ac:picMkLst>
            <pc:docMk/>
            <pc:sldMk cId="3496099911" sldId="269"/>
            <ac:picMk id="15" creationId="{667D9048-7003-9DFA-08A0-1DEFAF830EB3}"/>
          </ac:picMkLst>
        </pc:picChg>
        <pc:picChg chg="add del mod">
          <ac:chgData name="Blumengarten, Jake" userId="c9a63929-9140-4e74-9c4a-82977951c6ec" providerId="ADAL" clId="{8E9A526A-7953-D549-A8B4-1C7C81ACBBA9}" dt="2025-05-31T21:36:19.109" v="1020" actId="478"/>
          <ac:picMkLst>
            <pc:docMk/>
            <pc:sldMk cId="3496099911" sldId="269"/>
            <ac:picMk id="17" creationId="{3D46A200-B67F-5F14-724D-11436542BE3E}"/>
          </ac:picMkLst>
        </pc:picChg>
        <pc:picChg chg="add mod">
          <ac:chgData name="Blumengarten, Jake" userId="c9a63929-9140-4e74-9c4a-82977951c6ec" providerId="ADAL" clId="{8E9A526A-7953-D549-A8B4-1C7C81ACBBA9}" dt="2025-05-31T21:47:51.507" v="1107" actId="26606"/>
          <ac:picMkLst>
            <pc:docMk/>
            <pc:sldMk cId="3496099911" sldId="269"/>
            <ac:picMk id="23" creationId="{D3707C4A-3BE6-3CD3-E45B-A011E8BE7C52}"/>
          </ac:picMkLst>
        </pc:picChg>
      </pc:sldChg>
      <pc:sldChg chg="addSp delSp modSp add mod setBg">
        <pc:chgData name="Blumengarten, Jake" userId="c9a63929-9140-4e74-9c4a-82977951c6ec" providerId="ADAL" clId="{8E9A526A-7953-D549-A8B4-1C7C81ACBBA9}" dt="2025-05-31T21:59:27.388" v="1800"/>
        <pc:sldMkLst>
          <pc:docMk/>
          <pc:sldMk cId="1778523569" sldId="270"/>
        </pc:sldMkLst>
        <pc:spChg chg="del">
          <ac:chgData name="Blumengarten, Jake" userId="c9a63929-9140-4e74-9c4a-82977951c6ec" providerId="ADAL" clId="{8E9A526A-7953-D549-A8B4-1C7C81ACBBA9}" dt="2025-05-31T21:26:04.394" v="915" actId="26606"/>
          <ac:spMkLst>
            <pc:docMk/>
            <pc:sldMk cId="1778523569" sldId="270"/>
            <ac:spMk id="2" creationId="{8A524082-54EF-FC79-5656-E8EABAD6D4BB}"/>
          </ac:spMkLst>
        </pc:spChg>
        <pc:spChg chg="add del">
          <ac:chgData name="Blumengarten, Jake" userId="c9a63929-9140-4e74-9c4a-82977951c6ec" providerId="ADAL" clId="{8E9A526A-7953-D549-A8B4-1C7C81ACBBA9}" dt="2025-05-31T21:26:04.394" v="915" actId="26606"/>
          <ac:spMkLst>
            <pc:docMk/>
            <pc:sldMk cId="1778523569" sldId="270"/>
            <ac:spMk id="3" creationId="{9F736E22-4B14-E8BA-F24D-ABF093278E0C}"/>
          </ac:spMkLst>
        </pc:spChg>
        <pc:graphicFrameChg chg="add mod">
          <ac:chgData name="Blumengarten, Jake" userId="c9a63929-9140-4e74-9c4a-82977951c6ec" providerId="ADAL" clId="{8E9A526A-7953-D549-A8B4-1C7C81ACBBA9}" dt="2025-05-31T21:26:02.465" v="913"/>
          <ac:graphicFrameMkLst>
            <pc:docMk/>
            <pc:sldMk cId="1778523569" sldId="270"/>
            <ac:graphicFrameMk id="5" creationId="{581855EE-B4B8-DBA2-E050-49F8B2194CC2}"/>
          </ac:graphicFrameMkLst>
        </pc:graphicFrameChg>
        <pc:picChg chg="del">
          <ac:chgData name="Blumengarten, Jake" userId="c9a63929-9140-4e74-9c4a-82977951c6ec" providerId="ADAL" clId="{8E9A526A-7953-D549-A8B4-1C7C81ACBBA9}" dt="2025-05-31T21:25:59.485" v="911" actId="478"/>
          <ac:picMkLst>
            <pc:docMk/>
            <pc:sldMk cId="1778523569" sldId="270"/>
            <ac:picMk id="4" creationId="{257970F5-6661-F6B0-DBC9-C7756A7382E6}"/>
          </ac:picMkLst>
        </pc:picChg>
        <pc:picChg chg="add mod">
          <ac:chgData name="Blumengarten, Jake" userId="c9a63929-9140-4e74-9c4a-82977951c6ec" providerId="ADAL" clId="{8E9A526A-7953-D549-A8B4-1C7C81ACBBA9}" dt="2025-05-31T21:48:12.850" v="1112" actId="26606"/>
          <ac:picMkLst>
            <pc:docMk/>
            <pc:sldMk cId="1778523569" sldId="270"/>
            <ac:picMk id="6" creationId="{6C71ED9B-9AE6-A7E5-EEE0-163AA1FD4771}"/>
          </ac:picMkLst>
        </pc:picChg>
      </pc:sldChg>
      <pc:sldChg chg="addSp delSp modSp new mod setBg">
        <pc:chgData name="Blumengarten, Jake" userId="c9a63929-9140-4e74-9c4a-82977951c6ec" providerId="ADAL" clId="{8E9A526A-7953-D549-A8B4-1C7C81ACBBA9}" dt="2025-05-31T21:59:27.388" v="1800"/>
        <pc:sldMkLst>
          <pc:docMk/>
          <pc:sldMk cId="2414578504" sldId="271"/>
        </pc:sldMkLst>
        <pc:spChg chg="add del">
          <ac:chgData name="Blumengarten, Jake" userId="c9a63929-9140-4e74-9c4a-82977951c6ec" providerId="ADAL" clId="{8E9A526A-7953-D549-A8B4-1C7C81ACBBA9}" dt="2025-05-31T21:45:33.969" v="1073" actId="26606"/>
          <ac:spMkLst>
            <pc:docMk/>
            <pc:sldMk cId="2414578504" sldId="271"/>
            <ac:spMk id="2" creationId="{70B4D6B9-3EDB-71A5-4D30-E6360E267DD7}"/>
          </ac:spMkLst>
        </pc:spChg>
        <pc:spChg chg="add del">
          <ac:chgData name="Blumengarten, Jake" userId="c9a63929-9140-4e74-9c4a-82977951c6ec" providerId="ADAL" clId="{8E9A526A-7953-D549-A8B4-1C7C81ACBBA9}" dt="2025-05-31T21:45:33.969" v="1073" actId="26606"/>
          <ac:spMkLst>
            <pc:docMk/>
            <pc:sldMk cId="2414578504" sldId="271"/>
            <ac:spMk id="3" creationId="{32F78BEC-6196-7E51-24E2-BDFEED3C7196}"/>
          </ac:spMkLst>
        </pc:spChg>
        <pc:spChg chg="add del mod">
          <ac:chgData name="Blumengarten, Jake" userId="c9a63929-9140-4e74-9c4a-82977951c6ec" providerId="ADAL" clId="{8E9A526A-7953-D549-A8B4-1C7C81ACBBA9}" dt="2025-05-31T21:48:06.645" v="1110" actId="478"/>
          <ac:spMkLst>
            <pc:docMk/>
            <pc:sldMk cId="2414578504" sldId="271"/>
            <ac:spMk id="13" creationId="{C4718E7C-9E2A-009F-C82F-89FCF11DDDD9}"/>
          </ac:spMkLst>
        </pc:spChg>
        <pc:spChg chg="add mod">
          <ac:chgData name="Blumengarten, Jake" userId="c9a63929-9140-4e74-9c4a-82977951c6ec" providerId="ADAL" clId="{8E9A526A-7953-D549-A8B4-1C7C81ACBBA9}" dt="2025-05-31T21:50:22.777" v="1244" actId="20577"/>
          <ac:spMkLst>
            <pc:docMk/>
            <pc:sldMk cId="2414578504" sldId="271"/>
            <ac:spMk id="18" creationId="{0EFCECFB-9546-618C-2DD3-57627D14903D}"/>
          </ac:spMkLst>
        </pc:spChg>
        <pc:spChg chg="add mod">
          <ac:chgData name="Blumengarten, Jake" userId="c9a63929-9140-4e74-9c4a-82977951c6ec" providerId="ADAL" clId="{8E9A526A-7953-D549-A8B4-1C7C81ACBBA9}" dt="2025-05-31T21:50:57.584" v="1252" actId="20577"/>
          <ac:spMkLst>
            <pc:docMk/>
            <pc:sldMk cId="2414578504" sldId="271"/>
            <ac:spMk id="19" creationId="{1A5AE194-8026-1FB3-3C0B-9CA03BBE7273}"/>
          </ac:spMkLst>
        </pc:spChg>
        <pc:spChg chg="add mod">
          <ac:chgData name="Blumengarten, Jake" userId="c9a63929-9140-4e74-9c4a-82977951c6ec" providerId="ADAL" clId="{8E9A526A-7953-D549-A8B4-1C7C81ACBBA9}" dt="2025-05-31T21:52:11.338" v="1404" actId="13926"/>
          <ac:spMkLst>
            <pc:docMk/>
            <pc:sldMk cId="2414578504" sldId="271"/>
            <ac:spMk id="20" creationId="{2C624502-FBEE-5B2E-EFE3-9C9439C46324}"/>
          </ac:spMkLst>
        </pc:spChg>
        <pc:picChg chg="add mod">
          <ac:chgData name="Blumengarten, Jake" userId="c9a63929-9140-4e74-9c4a-82977951c6ec" providerId="ADAL" clId="{8E9A526A-7953-D549-A8B4-1C7C81ACBBA9}" dt="2025-05-31T21:48:07.678" v="1111" actId="26606"/>
          <ac:picMkLst>
            <pc:docMk/>
            <pc:sldMk cId="2414578504" sldId="271"/>
            <ac:picMk id="4" creationId="{19D51D03-2CA7-E310-102F-0B72A2D5CDC4}"/>
          </ac:picMkLst>
        </pc:picChg>
        <pc:picChg chg="add del mod">
          <ac:chgData name="Blumengarten, Jake" userId="c9a63929-9140-4e74-9c4a-82977951c6ec" providerId="ADAL" clId="{8E9A526A-7953-D549-A8B4-1C7C81ACBBA9}" dt="2025-05-31T21:46:04.123" v="1076" actId="34307"/>
          <ac:picMkLst>
            <pc:docMk/>
            <pc:sldMk cId="2414578504" sldId="271"/>
            <ac:picMk id="5" creationId="{31790942-E19E-2207-A514-D33C406CDFB3}"/>
          </ac:picMkLst>
        </pc:picChg>
        <pc:cxnChg chg="add del mod">
          <ac:chgData name="Blumengarten, Jake" userId="c9a63929-9140-4e74-9c4a-82977951c6ec" providerId="ADAL" clId="{8E9A526A-7953-D549-A8B4-1C7C81ACBBA9}" dt="2025-05-31T21:47:58.599" v="1108" actId="478"/>
          <ac:cxnSpMkLst>
            <pc:docMk/>
            <pc:sldMk cId="2414578504" sldId="271"/>
            <ac:cxnSpMk id="7" creationId="{892D6A2E-FF50-8B36-5AF7-2C2FFABC1B70}"/>
          </ac:cxnSpMkLst>
        </pc:cxnChg>
        <pc:cxnChg chg="add del mod">
          <ac:chgData name="Blumengarten, Jake" userId="c9a63929-9140-4e74-9c4a-82977951c6ec" providerId="ADAL" clId="{8E9A526A-7953-D549-A8B4-1C7C81ACBBA9}" dt="2025-05-31T21:48:00.888" v="1109" actId="478"/>
          <ac:cxnSpMkLst>
            <pc:docMk/>
            <pc:sldMk cId="2414578504" sldId="271"/>
            <ac:cxnSpMk id="9" creationId="{40C83B72-DB3B-D85F-E856-651A76D856BD}"/>
          </ac:cxnSpMkLst>
        </pc:cxnChg>
        <pc:cxnChg chg="add mod">
          <ac:chgData name="Blumengarten, Jake" userId="c9a63929-9140-4e74-9c4a-82977951c6ec" providerId="ADAL" clId="{8E9A526A-7953-D549-A8B4-1C7C81ACBBA9}" dt="2025-05-31T21:48:44.922" v="1121" actId="13822"/>
          <ac:cxnSpMkLst>
            <pc:docMk/>
            <pc:sldMk cId="2414578504" sldId="271"/>
            <ac:cxnSpMk id="15" creationId="{F9B83553-A85F-7E07-0D32-6B6291BAF560}"/>
          </ac:cxnSpMkLst>
        </pc:cxnChg>
        <pc:cxnChg chg="add mod">
          <ac:chgData name="Blumengarten, Jake" userId="c9a63929-9140-4e74-9c4a-82977951c6ec" providerId="ADAL" clId="{8E9A526A-7953-D549-A8B4-1C7C81ACBBA9}" dt="2025-05-31T21:48:51.474" v="1123" actId="13822"/>
          <ac:cxnSpMkLst>
            <pc:docMk/>
            <pc:sldMk cId="2414578504" sldId="271"/>
            <ac:cxnSpMk id="17" creationId="{9853694D-CDDE-6640-2F42-719D0FB5F8CF}"/>
          </ac:cxnSpMkLst>
        </pc:cxnChg>
        <pc:cxnChg chg="add mod">
          <ac:chgData name="Blumengarten, Jake" userId="c9a63929-9140-4e74-9c4a-82977951c6ec" providerId="ADAL" clId="{8E9A526A-7953-D549-A8B4-1C7C81ACBBA9}" dt="2025-05-31T21:52:04.318" v="1399" actId="20577"/>
          <ac:cxnSpMkLst>
            <pc:docMk/>
            <pc:sldMk cId="2414578504" sldId="271"/>
            <ac:cxnSpMk id="21" creationId="{5E72559A-9C51-464D-A36D-9DC94812F6EC}"/>
          </ac:cxnSpMkLst>
        </pc:cxnChg>
      </pc:sldChg>
      <pc:sldChg chg="addSp delSp modSp new mod setBg">
        <pc:chgData name="Blumengarten, Jake" userId="c9a63929-9140-4e74-9c4a-82977951c6ec" providerId="ADAL" clId="{8E9A526A-7953-D549-A8B4-1C7C81ACBBA9}" dt="2025-05-31T21:59:27.388" v="1800"/>
        <pc:sldMkLst>
          <pc:docMk/>
          <pc:sldMk cId="4090792081" sldId="272"/>
        </pc:sldMkLst>
        <pc:spChg chg="del">
          <ac:chgData name="Blumengarten, Jake" userId="c9a63929-9140-4e74-9c4a-82977951c6ec" providerId="ADAL" clId="{8E9A526A-7953-D549-A8B4-1C7C81ACBBA9}" dt="2025-05-31T21:29:40.473" v="921" actId="26606"/>
          <ac:spMkLst>
            <pc:docMk/>
            <pc:sldMk cId="4090792081" sldId="272"/>
            <ac:spMk id="2" creationId="{16277756-0BD7-35F5-EC9A-48481975AE57}"/>
          </ac:spMkLst>
        </pc:spChg>
        <pc:spChg chg="del">
          <ac:chgData name="Blumengarten, Jake" userId="c9a63929-9140-4e74-9c4a-82977951c6ec" providerId="ADAL" clId="{8E9A526A-7953-D549-A8B4-1C7C81ACBBA9}" dt="2025-05-31T21:29:40.473" v="921" actId="26606"/>
          <ac:spMkLst>
            <pc:docMk/>
            <pc:sldMk cId="4090792081" sldId="272"/>
            <ac:spMk id="3" creationId="{CCBCDE6A-DD1F-7B2F-59CF-159E57725D77}"/>
          </ac:spMkLst>
        </pc:spChg>
        <pc:spChg chg="add mod">
          <ac:chgData name="Blumengarten, Jake" userId="c9a63929-9140-4e74-9c4a-82977951c6ec" providerId="ADAL" clId="{8E9A526A-7953-D549-A8B4-1C7C81ACBBA9}" dt="2025-05-31T21:54:39.686" v="1573" actId="20577"/>
          <ac:spMkLst>
            <pc:docMk/>
            <pc:sldMk cId="4090792081" sldId="272"/>
            <ac:spMk id="5" creationId="{3BDDABC7-0219-77FD-40FC-8D67C05781AF}"/>
          </ac:spMkLst>
        </pc:spChg>
        <pc:spChg chg="add mod">
          <ac:chgData name="Blumengarten, Jake" userId="c9a63929-9140-4e74-9c4a-82977951c6ec" providerId="ADAL" clId="{8E9A526A-7953-D549-A8B4-1C7C81ACBBA9}" dt="2025-05-31T21:55:41.440" v="1682" actId="20577"/>
          <ac:spMkLst>
            <pc:docMk/>
            <pc:sldMk cId="4090792081" sldId="272"/>
            <ac:spMk id="8" creationId="{283A8B31-7F84-0EE5-0B4F-03A2BDB7ACC5}"/>
          </ac:spMkLst>
        </pc:spChg>
        <pc:picChg chg="add mod">
          <ac:chgData name="Blumengarten, Jake" userId="c9a63929-9140-4e74-9c4a-82977951c6ec" providerId="ADAL" clId="{8E9A526A-7953-D549-A8B4-1C7C81ACBBA9}" dt="2025-05-31T21:48:16.249" v="1113" actId="26606"/>
          <ac:picMkLst>
            <pc:docMk/>
            <pc:sldMk cId="4090792081" sldId="272"/>
            <ac:picMk id="4" creationId="{8CF9CDE2-428E-31D8-E248-F65745435146}"/>
          </ac:picMkLst>
        </pc:picChg>
        <pc:cxnChg chg="add mod">
          <ac:chgData name="Blumengarten, Jake" userId="c9a63929-9140-4e74-9c4a-82977951c6ec" providerId="ADAL" clId="{8E9A526A-7953-D549-A8B4-1C7C81ACBBA9}" dt="2025-05-31T21:54:39.055" v="1569" actId="20577"/>
          <ac:cxnSpMkLst>
            <pc:docMk/>
            <pc:sldMk cId="4090792081" sldId="272"/>
            <ac:cxnSpMk id="7" creationId="{E0A0B165-DC06-C2F6-A03D-603AD8F779C8}"/>
          </ac:cxnSpMkLst>
        </pc:cxnChg>
        <pc:cxnChg chg="add mod">
          <ac:chgData name="Blumengarten, Jake" userId="c9a63929-9140-4e74-9c4a-82977951c6ec" providerId="ADAL" clId="{8E9A526A-7953-D549-A8B4-1C7C81ACBBA9}" dt="2025-05-31T21:55:45.138" v="1683" actId="14100"/>
          <ac:cxnSpMkLst>
            <pc:docMk/>
            <pc:sldMk cId="4090792081" sldId="272"/>
            <ac:cxnSpMk id="10" creationId="{C0B0CDF5-CF86-0EB0-54BD-7A49B1430A63}"/>
          </ac:cxnSpMkLst>
        </pc:cxnChg>
      </pc:sldChg>
      <pc:sldChg chg="addSp delSp modSp new mod setBg modNotes">
        <pc:chgData name="Blumengarten, Jake" userId="c9a63929-9140-4e74-9c4a-82977951c6ec" providerId="ADAL" clId="{8E9A526A-7953-D549-A8B4-1C7C81ACBBA9}" dt="2025-06-01T00:16:10.130" v="2029" actId="1076"/>
        <pc:sldMkLst>
          <pc:docMk/>
          <pc:sldMk cId="3575483794" sldId="273"/>
        </pc:sldMkLst>
        <pc:spChg chg="add del">
          <ac:chgData name="Blumengarten, Jake" userId="c9a63929-9140-4e74-9c4a-82977951c6ec" providerId="ADAL" clId="{8E9A526A-7953-D549-A8B4-1C7C81ACBBA9}" dt="2025-05-31T21:32:56.579" v="960" actId="26606"/>
          <ac:spMkLst>
            <pc:docMk/>
            <pc:sldMk cId="3575483794" sldId="273"/>
            <ac:spMk id="2" creationId="{B1441562-0BA0-E10F-63E2-A77BC7460344}"/>
          </ac:spMkLst>
        </pc:spChg>
        <pc:spChg chg="add del">
          <ac:chgData name="Blumengarten, Jake" userId="c9a63929-9140-4e74-9c4a-82977951c6ec" providerId="ADAL" clId="{8E9A526A-7953-D549-A8B4-1C7C81ACBBA9}" dt="2025-05-31T21:31:18.577" v="940"/>
          <ac:spMkLst>
            <pc:docMk/>
            <pc:sldMk cId="3575483794" sldId="273"/>
            <ac:spMk id="3" creationId="{549D5196-2A75-D4A8-52EE-9B8E8B556767}"/>
          </ac:spMkLst>
        </pc:spChg>
        <pc:spChg chg="add mod">
          <ac:chgData name="Blumengarten, Jake" userId="c9a63929-9140-4e74-9c4a-82977951c6ec" providerId="ADAL" clId="{8E9A526A-7953-D549-A8B4-1C7C81ACBBA9}" dt="2025-05-31T21:31:09.206" v="937" actId="478"/>
          <ac:spMkLst>
            <pc:docMk/>
            <pc:sldMk cId="3575483794" sldId="273"/>
            <ac:spMk id="5" creationId="{ECB7DF0B-C681-5109-C3E7-0639E746FE2B}"/>
          </ac:spMkLst>
        </pc:spChg>
        <pc:spChg chg="add del mod">
          <ac:chgData name="Blumengarten, Jake" userId="c9a63929-9140-4e74-9c4a-82977951c6ec" providerId="ADAL" clId="{8E9A526A-7953-D549-A8B4-1C7C81ACBBA9}" dt="2025-05-31T21:31:46.719" v="944"/>
          <ac:spMkLst>
            <pc:docMk/>
            <pc:sldMk cId="3575483794" sldId="273"/>
            <ac:spMk id="7" creationId="{ECC44E31-553C-4344-E3AC-A789EC49588E}"/>
          </ac:spMkLst>
        </pc:spChg>
        <pc:spChg chg="add mod">
          <ac:chgData name="Blumengarten, Jake" userId="c9a63929-9140-4e74-9c4a-82977951c6ec" providerId="ADAL" clId="{8E9A526A-7953-D549-A8B4-1C7C81ACBBA9}" dt="2025-05-31T21:31:48.430" v="945" actId="478"/>
          <ac:spMkLst>
            <pc:docMk/>
            <pc:sldMk cId="3575483794" sldId="273"/>
            <ac:spMk id="9" creationId="{077DD4BE-C294-82E6-29BA-E98ECE6F9D62}"/>
          </ac:spMkLst>
        </pc:spChg>
        <pc:spChg chg="add del mod">
          <ac:chgData name="Blumengarten, Jake" userId="c9a63929-9140-4e74-9c4a-82977951c6ec" providerId="ADAL" clId="{8E9A526A-7953-D549-A8B4-1C7C81ACBBA9}" dt="2025-05-31T21:32:11.362" v="953"/>
          <ac:spMkLst>
            <pc:docMk/>
            <pc:sldMk cId="3575483794" sldId="273"/>
            <ac:spMk id="10" creationId="{C051CF9D-D1F8-2C4D-089B-B399B6150547}"/>
          </ac:spMkLst>
        </pc:spChg>
        <pc:graphicFrameChg chg="add del mod">
          <ac:chgData name="Blumengarten, Jake" userId="c9a63929-9140-4e74-9c4a-82977951c6ec" providerId="ADAL" clId="{8E9A526A-7953-D549-A8B4-1C7C81ACBBA9}" dt="2025-05-31T21:31:17.537" v="939"/>
          <ac:graphicFrameMkLst>
            <pc:docMk/>
            <pc:sldMk cId="3575483794" sldId="273"/>
            <ac:graphicFrameMk id="4" creationId="{2BC3762B-8118-537C-F9FE-8AB659C33E49}"/>
          </ac:graphicFrameMkLst>
        </pc:graphicFrameChg>
        <pc:graphicFrameChg chg="add del mod">
          <ac:chgData name="Blumengarten, Jake" userId="c9a63929-9140-4e74-9c4a-82977951c6ec" providerId="ADAL" clId="{8E9A526A-7953-D549-A8B4-1C7C81ACBBA9}" dt="2025-05-31T21:31:38.844" v="943" actId="478"/>
          <ac:graphicFrameMkLst>
            <pc:docMk/>
            <pc:sldMk cId="3575483794" sldId="273"/>
            <ac:graphicFrameMk id="6" creationId="{ED3C7789-8DEE-D297-DAB2-433D21426A42}"/>
          </ac:graphicFrameMkLst>
        </pc:graphicFrameChg>
        <pc:graphicFrameChg chg="add del mod">
          <ac:chgData name="Blumengarten, Jake" userId="c9a63929-9140-4e74-9c4a-82977951c6ec" providerId="ADAL" clId="{8E9A526A-7953-D549-A8B4-1C7C81ACBBA9}" dt="2025-05-31T21:31:58.125" v="947" actId="478"/>
          <ac:graphicFrameMkLst>
            <pc:docMk/>
            <pc:sldMk cId="3575483794" sldId="273"/>
            <ac:graphicFrameMk id="8" creationId="{2E211740-ABAE-E698-964B-E8E51E8038E9}"/>
          </ac:graphicFrameMkLst>
        </pc:graphicFrameChg>
        <pc:graphicFrameChg chg="add mod">
          <ac:chgData name="Blumengarten, Jake" userId="c9a63929-9140-4e74-9c4a-82977951c6ec" providerId="ADAL" clId="{8E9A526A-7953-D549-A8B4-1C7C81ACBBA9}" dt="2025-05-31T21:32:03.310" v="949"/>
          <ac:graphicFrameMkLst>
            <pc:docMk/>
            <pc:sldMk cId="3575483794" sldId="273"/>
            <ac:graphicFrameMk id="11" creationId="{BD95A90D-7A27-82E7-05AF-200B0ABDCB6A}"/>
          </ac:graphicFrameMkLst>
        </pc:graphicFrameChg>
        <pc:graphicFrameChg chg="add mod modGraphic">
          <ac:chgData name="Blumengarten, Jake" userId="c9a63929-9140-4e74-9c4a-82977951c6ec" providerId="ADAL" clId="{8E9A526A-7953-D549-A8B4-1C7C81ACBBA9}" dt="2025-05-31T21:47:48.016" v="1106" actId="1076"/>
          <ac:graphicFrameMkLst>
            <pc:docMk/>
            <pc:sldMk cId="3575483794" sldId="273"/>
            <ac:graphicFrameMk id="13" creationId="{7E8770C0-C6C5-36FB-DDEC-7CC408EF7D4E}"/>
          </ac:graphicFrameMkLst>
        </pc:graphicFrameChg>
        <pc:graphicFrameChg chg="add mod">
          <ac:chgData name="Blumengarten, Jake" userId="c9a63929-9140-4e74-9c4a-82977951c6ec" providerId="ADAL" clId="{8E9A526A-7953-D549-A8B4-1C7C81ACBBA9}" dt="2025-05-31T21:33:10.078" v="961"/>
          <ac:graphicFrameMkLst>
            <pc:docMk/>
            <pc:sldMk cId="3575483794" sldId="273"/>
            <ac:graphicFrameMk id="14" creationId="{79C3E6D0-02DD-DB69-456C-3088D619FD1C}"/>
          </ac:graphicFrameMkLst>
        </pc:graphicFrameChg>
        <pc:graphicFrameChg chg="add mod">
          <ac:chgData name="Blumengarten, Jake" userId="c9a63929-9140-4e74-9c4a-82977951c6ec" providerId="ADAL" clId="{8E9A526A-7953-D549-A8B4-1C7C81ACBBA9}" dt="2025-05-31T21:33:16.300" v="963"/>
          <ac:graphicFrameMkLst>
            <pc:docMk/>
            <pc:sldMk cId="3575483794" sldId="273"/>
            <ac:graphicFrameMk id="16" creationId="{CF610CA5-32A0-BA3F-BA10-20E1E30A3A8B}"/>
          </ac:graphicFrameMkLst>
        </pc:graphicFrameChg>
        <pc:graphicFrameChg chg="add mod">
          <ac:chgData name="Blumengarten, Jake" userId="c9a63929-9140-4e74-9c4a-82977951c6ec" providerId="ADAL" clId="{8E9A526A-7953-D549-A8B4-1C7C81ACBBA9}" dt="2025-05-31T21:33:32.133" v="968" actId="1076"/>
          <ac:graphicFrameMkLst>
            <pc:docMk/>
            <pc:sldMk cId="3575483794" sldId="273"/>
            <ac:graphicFrameMk id="17" creationId="{4055542A-FB95-169D-E96C-5E67ACEC9F06}"/>
          </ac:graphicFrameMkLst>
        </pc:graphicFrameChg>
        <pc:graphicFrameChg chg="add mod modGraphic">
          <ac:chgData name="Blumengarten, Jake" userId="c9a63929-9140-4e74-9c4a-82977951c6ec" providerId="ADAL" clId="{8E9A526A-7953-D549-A8B4-1C7C81ACBBA9}" dt="2025-05-31T21:35:07.443" v="1000" actId="1076"/>
          <ac:graphicFrameMkLst>
            <pc:docMk/>
            <pc:sldMk cId="3575483794" sldId="273"/>
            <ac:graphicFrameMk id="18" creationId="{CF7055E0-3218-DE30-B066-60E8548E9E2F}"/>
          </ac:graphicFrameMkLst>
        </pc:graphicFrameChg>
        <pc:graphicFrameChg chg="add mod modGraphic">
          <ac:chgData name="Blumengarten, Jake" userId="c9a63929-9140-4e74-9c4a-82977951c6ec" providerId="ADAL" clId="{8E9A526A-7953-D549-A8B4-1C7C81ACBBA9}" dt="2025-06-01T00:16:10.130" v="2029" actId="1076"/>
          <ac:graphicFrameMkLst>
            <pc:docMk/>
            <pc:sldMk cId="3575483794" sldId="273"/>
            <ac:graphicFrameMk id="19" creationId="{62C8CF98-A159-47EE-9035-98FA0A27C312}"/>
          </ac:graphicFrameMkLst>
        </pc:graphicFrameChg>
        <pc:picChg chg="add mod">
          <ac:chgData name="Blumengarten, Jake" userId="c9a63929-9140-4e74-9c4a-82977951c6ec" providerId="ADAL" clId="{8E9A526A-7953-D549-A8B4-1C7C81ACBBA9}" dt="2025-05-31T21:32:07.975" v="952" actId="1076"/>
          <ac:picMkLst>
            <pc:docMk/>
            <pc:sldMk cId="3575483794" sldId="273"/>
            <ac:picMk id="12" creationId="{F5C67441-8208-3A33-F64C-BCD36FDC42BF}"/>
          </ac:picMkLst>
        </pc:picChg>
        <pc:picChg chg="add mod">
          <ac:chgData name="Blumengarten, Jake" userId="c9a63929-9140-4e74-9c4a-82977951c6ec" providerId="ADAL" clId="{8E9A526A-7953-D549-A8B4-1C7C81ACBBA9}" dt="2025-05-31T21:33:13.331" v="962"/>
          <ac:picMkLst>
            <pc:docMk/>
            <pc:sldMk cId="3575483794" sldId="273"/>
            <ac:picMk id="15" creationId="{170F6170-BF72-8767-2F9C-F936DC38C528}"/>
          </ac:picMkLst>
        </pc:picChg>
        <pc:picChg chg="add del">
          <ac:chgData name="Blumengarten, Jake" userId="c9a63929-9140-4e74-9c4a-82977951c6ec" providerId="ADAL" clId="{8E9A526A-7953-D549-A8B4-1C7C81ACBBA9}" dt="2025-05-31T21:31:09.960" v="938" actId="478"/>
          <ac:picMkLst>
            <pc:docMk/>
            <pc:sldMk cId="3575483794" sldId="273"/>
            <ac:picMk id="6145" creationId="{8D4E2B1F-2933-66AC-0A32-F604D032FE28}"/>
          </ac:picMkLst>
        </pc:picChg>
        <pc:picChg chg="add del mod">
          <ac:chgData name="Blumengarten, Jake" userId="c9a63929-9140-4e74-9c4a-82977951c6ec" providerId="ADAL" clId="{8E9A526A-7953-D549-A8B4-1C7C81ACBBA9}" dt="2025-05-31T21:31:38.844" v="943" actId="478"/>
          <ac:picMkLst>
            <pc:docMk/>
            <pc:sldMk cId="3575483794" sldId="273"/>
            <ac:picMk id="6146" creationId="{0DE74176-2781-517F-F668-DA2D1BE6C1CF}"/>
          </ac:picMkLst>
        </pc:picChg>
        <pc:picChg chg="add del mod">
          <ac:chgData name="Blumengarten, Jake" userId="c9a63929-9140-4e74-9c4a-82977951c6ec" providerId="ADAL" clId="{8E9A526A-7953-D549-A8B4-1C7C81ACBBA9}" dt="2025-05-31T21:31:58.125" v="947" actId="478"/>
          <ac:picMkLst>
            <pc:docMk/>
            <pc:sldMk cId="3575483794" sldId="273"/>
            <ac:picMk id="6147" creationId="{CFA048BC-AEC5-45C6-C60F-B8E3791EC9BB}"/>
          </ac:picMkLst>
        </pc:picChg>
      </pc:sldChg>
      <pc:sldChg chg="addSp delSp modSp new del mod setBg">
        <pc:chgData name="Blumengarten, Jake" userId="c9a63929-9140-4e74-9c4a-82977951c6ec" providerId="ADAL" clId="{8E9A526A-7953-D549-A8B4-1C7C81ACBBA9}" dt="2025-05-31T21:36:10.804" v="1018" actId="2696"/>
        <pc:sldMkLst>
          <pc:docMk/>
          <pc:sldMk cId="915752836" sldId="274"/>
        </pc:sldMkLst>
        <pc:spChg chg="add del mod">
          <ac:chgData name="Blumengarten, Jake" userId="c9a63929-9140-4e74-9c4a-82977951c6ec" providerId="ADAL" clId="{8E9A526A-7953-D549-A8B4-1C7C81ACBBA9}" dt="2025-05-31T21:35:47.050" v="1010" actId="26606"/>
          <ac:spMkLst>
            <pc:docMk/>
            <pc:sldMk cId="915752836" sldId="274"/>
            <ac:spMk id="2" creationId="{AD11D4E9-B2DB-CAB2-20E1-FF56CA044AB2}"/>
          </ac:spMkLst>
        </pc:spChg>
        <pc:spChg chg="del">
          <ac:chgData name="Blumengarten, Jake" userId="c9a63929-9140-4e74-9c4a-82977951c6ec" providerId="ADAL" clId="{8E9A526A-7953-D549-A8B4-1C7C81ACBBA9}" dt="2025-05-31T21:33:36.481" v="970"/>
          <ac:spMkLst>
            <pc:docMk/>
            <pc:sldMk cId="915752836" sldId="274"/>
            <ac:spMk id="3" creationId="{7B8533CB-BB60-BBAF-D78E-0D9D42931139}"/>
          </ac:spMkLst>
        </pc:spChg>
        <pc:spChg chg="add del mod">
          <ac:chgData name="Blumengarten, Jake" userId="c9a63929-9140-4e74-9c4a-82977951c6ec" providerId="ADAL" clId="{8E9A526A-7953-D549-A8B4-1C7C81ACBBA9}" dt="2025-05-31T21:35:10.072" v="1001" actId="21"/>
          <ac:spMkLst>
            <pc:docMk/>
            <pc:sldMk cId="915752836" sldId="274"/>
            <ac:spMk id="6" creationId="{B9FF72F8-1ED4-AAAC-8BE0-48885BDA98E7}"/>
          </ac:spMkLst>
        </pc:spChg>
        <pc:spChg chg="add del mod">
          <ac:chgData name="Blumengarten, Jake" userId="c9a63929-9140-4e74-9c4a-82977951c6ec" providerId="ADAL" clId="{8E9A526A-7953-D549-A8B4-1C7C81ACBBA9}" dt="2025-05-31T21:35:42.908" v="1009"/>
          <ac:spMkLst>
            <pc:docMk/>
            <pc:sldMk cId="915752836" sldId="274"/>
            <ac:spMk id="8" creationId="{8B1962BC-2F7A-71C2-82EB-F5F0D298CE2E}"/>
          </ac:spMkLst>
        </pc:spChg>
        <pc:spChg chg="add mod">
          <ac:chgData name="Blumengarten, Jake" userId="c9a63929-9140-4e74-9c4a-82977951c6ec" providerId="ADAL" clId="{8E9A526A-7953-D549-A8B4-1C7C81ACBBA9}" dt="2025-05-31T21:35:49.941" v="1011" actId="21"/>
          <ac:spMkLst>
            <pc:docMk/>
            <pc:sldMk cId="915752836" sldId="274"/>
            <ac:spMk id="12" creationId="{1AE8F91E-2FEF-2409-CED9-DAB19A22EC54}"/>
          </ac:spMkLst>
        </pc:spChg>
        <pc:spChg chg="add">
          <ac:chgData name="Blumengarten, Jake" userId="c9a63929-9140-4e74-9c4a-82977951c6ec" providerId="ADAL" clId="{8E9A526A-7953-D549-A8B4-1C7C81ACBBA9}" dt="2025-05-31T21:35:47.050" v="1010" actId="26606"/>
          <ac:spMkLst>
            <pc:docMk/>
            <pc:sldMk cId="915752836" sldId="274"/>
            <ac:spMk id="15" creationId="{56E9B3E6-E277-4D68-BA48-9CB43FFBD6E2}"/>
          </ac:spMkLst>
        </pc:spChg>
        <pc:spChg chg="add">
          <ac:chgData name="Blumengarten, Jake" userId="c9a63929-9140-4e74-9c4a-82977951c6ec" providerId="ADAL" clId="{8E9A526A-7953-D549-A8B4-1C7C81ACBBA9}" dt="2025-05-31T21:35:47.050" v="1010" actId="26606"/>
          <ac:spMkLst>
            <pc:docMk/>
            <pc:sldMk cId="915752836" sldId="274"/>
            <ac:spMk id="22" creationId="{D5B0017B-2ECA-49AF-B397-DC140825DF8D}"/>
          </ac:spMkLst>
        </pc:spChg>
        <pc:grpChg chg="add">
          <ac:chgData name="Blumengarten, Jake" userId="c9a63929-9140-4e74-9c4a-82977951c6ec" providerId="ADAL" clId="{8E9A526A-7953-D549-A8B4-1C7C81ACBBA9}" dt="2025-05-31T21:35:47.050" v="1010" actId="26606"/>
          <ac:grpSpMkLst>
            <pc:docMk/>
            <pc:sldMk cId="915752836" sldId="274"/>
            <ac:grpSpMk id="17" creationId="{AE1C45F0-260A-458C-96ED-C1F6D2151219}"/>
          </ac:grpSpMkLst>
        </pc:grpChg>
        <pc:graphicFrameChg chg="add del mod modGraphic">
          <ac:chgData name="Blumengarten, Jake" userId="c9a63929-9140-4e74-9c4a-82977951c6ec" providerId="ADAL" clId="{8E9A526A-7953-D549-A8B4-1C7C81ACBBA9}" dt="2025-05-31T21:35:34.874" v="1007" actId="478"/>
          <ac:graphicFrameMkLst>
            <pc:docMk/>
            <pc:sldMk cId="915752836" sldId="274"/>
            <ac:graphicFrameMk id="4" creationId="{C26E5C98-3E09-D857-DF22-64AB06AAED65}"/>
          </ac:graphicFrameMkLst>
        </pc:graphicFrameChg>
        <pc:graphicFrameChg chg="add mod">
          <ac:chgData name="Blumengarten, Jake" userId="c9a63929-9140-4e74-9c4a-82977951c6ec" providerId="ADAL" clId="{8E9A526A-7953-D549-A8B4-1C7C81ACBBA9}" dt="2025-05-31T21:35:35.462" v="1008"/>
          <ac:graphicFrameMkLst>
            <pc:docMk/>
            <pc:sldMk cId="915752836" sldId="274"/>
            <ac:graphicFrameMk id="9" creationId="{552BF7F3-6B3C-3862-1E5D-B168CC138D58}"/>
          </ac:graphicFrameMkLst>
        </pc:graphicFrameChg>
        <pc:graphicFrameChg chg="add del mod modGraphic">
          <ac:chgData name="Blumengarten, Jake" userId="c9a63929-9140-4e74-9c4a-82977951c6ec" providerId="ADAL" clId="{8E9A526A-7953-D549-A8B4-1C7C81ACBBA9}" dt="2025-05-31T21:35:49.941" v="1011" actId="21"/>
          <ac:graphicFrameMkLst>
            <pc:docMk/>
            <pc:sldMk cId="915752836" sldId="274"/>
            <ac:graphicFrameMk id="10" creationId="{98FAA60B-D3BC-0A9E-A110-88FE56F6412C}"/>
          </ac:graphicFrameMkLst>
        </pc:graphicFrameChg>
        <pc:cxnChg chg="add">
          <ac:chgData name="Blumengarten, Jake" userId="c9a63929-9140-4e74-9c4a-82977951c6ec" providerId="ADAL" clId="{8E9A526A-7953-D549-A8B4-1C7C81ACBBA9}" dt="2025-05-31T21:35:47.050" v="1010" actId="26606"/>
          <ac:cxnSpMkLst>
            <pc:docMk/>
            <pc:sldMk cId="915752836" sldId="274"/>
            <ac:cxnSpMk id="24" creationId="{6CF1BAF6-AD41-4082-B212-8A1F9A2E8779}"/>
          </ac:cxnSpMkLst>
        </pc:cxnChg>
      </pc:sldChg>
      <pc:sldMasterChg chg="modSp modSldLayout">
        <pc:chgData name="Blumengarten, Jake" userId="c9a63929-9140-4e74-9c4a-82977951c6ec" providerId="ADAL" clId="{8E9A526A-7953-D549-A8B4-1C7C81ACBBA9}" dt="2025-05-31T14:12:04.308" v="25"/>
        <pc:sldMasterMkLst>
          <pc:docMk/>
          <pc:sldMasterMk cId="3432331682" sldId="2147483648"/>
        </pc:sldMasterMkLst>
        <pc:spChg chg="mod">
          <ac:chgData name="Blumengarten, Jake" userId="c9a63929-9140-4e74-9c4a-82977951c6ec" providerId="ADAL" clId="{8E9A526A-7953-D549-A8B4-1C7C81ACBBA9}" dt="2025-05-31T14:12:04.308" v="25"/>
          <ac:spMkLst>
            <pc:docMk/>
            <pc:sldMasterMk cId="3432331682" sldId="2147483648"/>
            <ac:spMk id="2" creationId="{FC354E66-14E3-9F11-84B1-EBFA7916AFD0}"/>
          </ac:spMkLst>
        </pc:spChg>
        <pc:spChg chg="mod">
          <ac:chgData name="Blumengarten, Jake" userId="c9a63929-9140-4e74-9c4a-82977951c6ec" providerId="ADAL" clId="{8E9A526A-7953-D549-A8B4-1C7C81ACBBA9}" dt="2025-05-31T14:12:04.308" v="25"/>
          <ac:spMkLst>
            <pc:docMk/>
            <pc:sldMasterMk cId="3432331682" sldId="2147483648"/>
            <ac:spMk id="3" creationId="{924C325D-1AE3-FA0D-748D-7CFD5A83C36A}"/>
          </ac:spMkLst>
        </pc:spChg>
        <pc:spChg chg="mod">
          <ac:chgData name="Blumengarten, Jake" userId="c9a63929-9140-4e74-9c4a-82977951c6ec" providerId="ADAL" clId="{8E9A526A-7953-D549-A8B4-1C7C81ACBBA9}" dt="2025-05-31T14:12:04.308" v="25"/>
          <ac:spMkLst>
            <pc:docMk/>
            <pc:sldMasterMk cId="3432331682" sldId="2147483648"/>
            <ac:spMk id="4" creationId="{29820706-D040-746D-08C4-E3783577653E}"/>
          </ac:spMkLst>
        </pc:spChg>
        <pc:spChg chg="mod">
          <ac:chgData name="Blumengarten, Jake" userId="c9a63929-9140-4e74-9c4a-82977951c6ec" providerId="ADAL" clId="{8E9A526A-7953-D549-A8B4-1C7C81ACBBA9}" dt="2025-05-31T14:12:04.308" v="25"/>
          <ac:spMkLst>
            <pc:docMk/>
            <pc:sldMasterMk cId="3432331682" sldId="2147483648"/>
            <ac:spMk id="5" creationId="{11112953-7509-EB73-698A-5EB366F3C804}"/>
          </ac:spMkLst>
        </pc:spChg>
        <pc:spChg chg="mod">
          <ac:chgData name="Blumengarten, Jake" userId="c9a63929-9140-4e74-9c4a-82977951c6ec" providerId="ADAL" clId="{8E9A526A-7953-D549-A8B4-1C7C81ACBBA9}" dt="2025-05-31T14:12:04.308" v="25"/>
          <ac:spMkLst>
            <pc:docMk/>
            <pc:sldMasterMk cId="3432331682" sldId="2147483648"/>
            <ac:spMk id="6" creationId="{F80DCEED-8919-6F55-60E0-D20D44EEA729}"/>
          </ac:spMkLst>
        </pc:spChg>
        <pc:sldLayoutChg chg="modSp">
          <pc:chgData name="Blumengarten, Jake" userId="c9a63929-9140-4e74-9c4a-82977951c6ec" providerId="ADAL" clId="{8E9A526A-7953-D549-A8B4-1C7C81ACBBA9}" dt="2025-05-31T14:12:04.308" v="25"/>
          <pc:sldLayoutMkLst>
            <pc:docMk/>
            <pc:sldMasterMk cId="3432331682" sldId="2147483648"/>
            <pc:sldLayoutMk cId="2168590985" sldId="2147483649"/>
          </pc:sldLayoutMkLst>
          <pc:spChg chg="mod">
            <ac:chgData name="Blumengarten, Jake" userId="c9a63929-9140-4e74-9c4a-82977951c6ec" providerId="ADAL" clId="{8E9A526A-7953-D549-A8B4-1C7C81ACBBA9}" dt="2025-05-31T14:12:04.308" v="25"/>
            <ac:spMkLst>
              <pc:docMk/>
              <pc:sldMasterMk cId="3432331682" sldId="2147483648"/>
              <pc:sldLayoutMk cId="2168590985" sldId="2147483649"/>
              <ac:spMk id="2" creationId="{F2AEF5BB-C663-7DFE-014C-B0DCF336228F}"/>
            </ac:spMkLst>
          </pc:spChg>
          <pc:spChg chg="mod">
            <ac:chgData name="Blumengarten, Jake" userId="c9a63929-9140-4e74-9c4a-82977951c6ec" providerId="ADAL" clId="{8E9A526A-7953-D549-A8B4-1C7C81ACBBA9}" dt="2025-05-31T14:12:04.308" v="25"/>
            <ac:spMkLst>
              <pc:docMk/>
              <pc:sldMasterMk cId="3432331682" sldId="2147483648"/>
              <pc:sldLayoutMk cId="2168590985" sldId="2147483649"/>
              <ac:spMk id="3" creationId="{43AFF98F-C47F-11AA-F1BA-A2605070500C}"/>
            </ac:spMkLst>
          </pc:spChg>
        </pc:sldLayoutChg>
        <pc:sldLayoutChg chg="modSp">
          <pc:chgData name="Blumengarten, Jake" userId="c9a63929-9140-4e74-9c4a-82977951c6ec" providerId="ADAL" clId="{8E9A526A-7953-D549-A8B4-1C7C81ACBBA9}" dt="2025-05-31T14:12:04.308" v="25"/>
          <pc:sldLayoutMkLst>
            <pc:docMk/>
            <pc:sldMasterMk cId="3432331682" sldId="2147483648"/>
            <pc:sldLayoutMk cId="3116631778" sldId="2147483651"/>
          </pc:sldLayoutMkLst>
          <pc:spChg chg="mod">
            <ac:chgData name="Blumengarten, Jake" userId="c9a63929-9140-4e74-9c4a-82977951c6ec" providerId="ADAL" clId="{8E9A526A-7953-D549-A8B4-1C7C81ACBBA9}" dt="2025-05-31T14:12:04.308" v="25"/>
            <ac:spMkLst>
              <pc:docMk/>
              <pc:sldMasterMk cId="3432331682" sldId="2147483648"/>
              <pc:sldLayoutMk cId="3116631778" sldId="2147483651"/>
              <ac:spMk id="2" creationId="{B8CD5212-CEC4-BE3C-9B9B-368F40307DE1}"/>
            </ac:spMkLst>
          </pc:spChg>
          <pc:spChg chg="mod">
            <ac:chgData name="Blumengarten, Jake" userId="c9a63929-9140-4e74-9c4a-82977951c6ec" providerId="ADAL" clId="{8E9A526A-7953-D549-A8B4-1C7C81ACBBA9}" dt="2025-05-31T14:12:04.308" v="25"/>
            <ac:spMkLst>
              <pc:docMk/>
              <pc:sldMasterMk cId="3432331682" sldId="2147483648"/>
              <pc:sldLayoutMk cId="3116631778" sldId="2147483651"/>
              <ac:spMk id="3" creationId="{E23CF9D0-42D7-5171-AABA-DE94C1BE6C09}"/>
            </ac:spMkLst>
          </pc:spChg>
        </pc:sldLayoutChg>
        <pc:sldLayoutChg chg="modSp">
          <pc:chgData name="Blumengarten, Jake" userId="c9a63929-9140-4e74-9c4a-82977951c6ec" providerId="ADAL" clId="{8E9A526A-7953-D549-A8B4-1C7C81ACBBA9}" dt="2025-05-31T14:12:04.308" v="25"/>
          <pc:sldLayoutMkLst>
            <pc:docMk/>
            <pc:sldMasterMk cId="3432331682" sldId="2147483648"/>
            <pc:sldLayoutMk cId="821178936" sldId="2147483652"/>
          </pc:sldLayoutMkLst>
          <pc:spChg chg="mod">
            <ac:chgData name="Blumengarten, Jake" userId="c9a63929-9140-4e74-9c4a-82977951c6ec" providerId="ADAL" clId="{8E9A526A-7953-D549-A8B4-1C7C81ACBBA9}" dt="2025-05-31T14:12:04.308" v="25"/>
            <ac:spMkLst>
              <pc:docMk/>
              <pc:sldMasterMk cId="3432331682" sldId="2147483648"/>
              <pc:sldLayoutMk cId="821178936" sldId="2147483652"/>
              <ac:spMk id="3" creationId="{D29F8FD7-A0B4-8609-571F-581FC436B191}"/>
            </ac:spMkLst>
          </pc:spChg>
          <pc:spChg chg="mod">
            <ac:chgData name="Blumengarten, Jake" userId="c9a63929-9140-4e74-9c4a-82977951c6ec" providerId="ADAL" clId="{8E9A526A-7953-D549-A8B4-1C7C81ACBBA9}" dt="2025-05-31T14:12:04.308" v="25"/>
            <ac:spMkLst>
              <pc:docMk/>
              <pc:sldMasterMk cId="3432331682" sldId="2147483648"/>
              <pc:sldLayoutMk cId="821178936" sldId="2147483652"/>
              <ac:spMk id="4" creationId="{8EDE388D-27D0-E4D7-8674-4BA10F66A21A}"/>
            </ac:spMkLst>
          </pc:spChg>
        </pc:sldLayoutChg>
        <pc:sldLayoutChg chg="modSp">
          <pc:chgData name="Blumengarten, Jake" userId="c9a63929-9140-4e74-9c4a-82977951c6ec" providerId="ADAL" clId="{8E9A526A-7953-D549-A8B4-1C7C81ACBBA9}" dt="2025-05-31T14:12:04.308" v="25"/>
          <pc:sldLayoutMkLst>
            <pc:docMk/>
            <pc:sldMasterMk cId="3432331682" sldId="2147483648"/>
            <pc:sldLayoutMk cId="2327055200" sldId="2147483653"/>
          </pc:sldLayoutMkLst>
          <pc:spChg chg="mod">
            <ac:chgData name="Blumengarten, Jake" userId="c9a63929-9140-4e74-9c4a-82977951c6ec" providerId="ADAL" clId="{8E9A526A-7953-D549-A8B4-1C7C81ACBBA9}" dt="2025-05-31T14:12:04.308" v="25"/>
            <ac:spMkLst>
              <pc:docMk/>
              <pc:sldMasterMk cId="3432331682" sldId="2147483648"/>
              <pc:sldLayoutMk cId="2327055200" sldId="2147483653"/>
              <ac:spMk id="2" creationId="{D179D46C-9E79-9C21-C616-0822096B847A}"/>
            </ac:spMkLst>
          </pc:spChg>
          <pc:spChg chg="mod">
            <ac:chgData name="Blumengarten, Jake" userId="c9a63929-9140-4e74-9c4a-82977951c6ec" providerId="ADAL" clId="{8E9A526A-7953-D549-A8B4-1C7C81ACBBA9}" dt="2025-05-31T14:12:04.308" v="25"/>
            <ac:spMkLst>
              <pc:docMk/>
              <pc:sldMasterMk cId="3432331682" sldId="2147483648"/>
              <pc:sldLayoutMk cId="2327055200" sldId="2147483653"/>
              <ac:spMk id="3" creationId="{765E9718-B4E3-6E4B-49DA-2DC82E414879}"/>
            </ac:spMkLst>
          </pc:spChg>
          <pc:spChg chg="mod">
            <ac:chgData name="Blumengarten, Jake" userId="c9a63929-9140-4e74-9c4a-82977951c6ec" providerId="ADAL" clId="{8E9A526A-7953-D549-A8B4-1C7C81ACBBA9}" dt="2025-05-31T14:12:04.308" v="25"/>
            <ac:spMkLst>
              <pc:docMk/>
              <pc:sldMasterMk cId="3432331682" sldId="2147483648"/>
              <pc:sldLayoutMk cId="2327055200" sldId="2147483653"/>
              <ac:spMk id="4" creationId="{857B44C1-9FD0-BEEC-AE9D-B5EDEE82203F}"/>
            </ac:spMkLst>
          </pc:spChg>
          <pc:spChg chg="mod">
            <ac:chgData name="Blumengarten, Jake" userId="c9a63929-9140-4e74-9c4a-82977951c6ec" providerId="ADAL" clId="{8E9A526A-7953-D549-A8B4-1C7C81ACBBA9}" dt="2025-05-31T14:12:04.308" v="25"/>
            <ac:spMkLst>
              <pc:docMk/>
              <pc:sldMasterMk cId="3432331682" sldId="2147483648"/>
              <pc:sldLayoutMk cId="2327055200" sldId="2147483653"/>
              <ac:spMk id="5" creationId="{16BB2397-CE51-F361-62B7-D65A27AF3242}"/>
            </ac:spMkLst>
          </pc:spChg>
          <pc:spChg chg="mod">
            <ac:chgData name="Blumengarten, Jake" userId="c9a63929-9140-4e74-9c4a-82977951c6ec" providerId="ADAL" clId="{8E9A526A-7953-D549-A8B4-1C7C81ACBBA9}" dt="2025-05-31T14:12:04.308" v="25"/>
            <ac:spMkLst>
              <pc:docMk/>
              <pc:sldMasterMk cId="3432331682" sldId="2147483648"/>
              <pc:sldLayoutMk cId="2327055200" sldId="2147483653"/>
              <ac:spMk id="6" creationId="{83F7C091-7FA2-5D6E-8885-A94F2D327CA3}"/>
            </ac:spMkLst>
          </pc:spChg>
        </pc:sldLayoutChg>
        <pc:sldLayoutChg chg="modSp">
          <pc:chgData name="Blumengarten, Jake" userId="c9a63929-9140-4e74-9c4a-82977951c6ec" providerId="ADAL" clId="{8E9A526A-7953-D549-A8B4-1C7C81ACBBA9}" dt="2025-05-31T14:12:04.308" v="25"/>
          <pc:sldLayoutMkLst>
            <pc:docMk/>
            <pc:sldMasterMk cId="3432331682" sldId="2147483648"/>
            <pc:sldLayoutMk cId="629262666" sldId="2147483656"/>
          </pc:sldLayoutMkLst>
          <pc:spChg chg="mod">
            <ac:chgData name="Blumengarten, Jake" userId="c9a63929-9140-4e74-9c4a-82977951c6ec" providerId="ADAL" clId="{8E9A526A-7953-D549-A8B4-1C7C81ACBBA9}" dt="2025-05-31T14:12:04.308" v="25"/>
            <ac:spMkLst>
              <pc:docMk/>
              <pc:sldMasterMk cId="3432331682" sldId="2147483648"/>
              <pc:sldLayoutMk cId="629262666" sldId="2147483656"/>
              <ac:spMk id="2" creationId="{25A2429B-9730-1B4D-AE00-81FD0F539D42}"/>
            </ac:spMkLst>
          </pc:spChg>
          <pc:spChg chg="mod">
            <ac:chgData name="Blumengarten, Jake" userId="c9a63929-9140-4e74-9c4a-82977951c6ec" providerId="ADAL" clId="{8E9A526A-7953-D549-A8B4-1C7C81ACBBA9}" dt="2025-05-31T14:12:04.308" v="25"/>
            <ac:spMkLst>
              <pc:docMk/>
              <pc:sldMasterMk cId="3432331682" sldId="2147483648"/>
              <pc:sldLayoutMk cId="629262666" sldId="2147483656"/>
              <ac:spMk id="3" creationId="{4326D07F-E9CC-3ACB-44B9-07F6AE07AC88}"/>
            </ac:spMkLst>
          </pc:spChg>
          <pc:spChg chg="mod">
            <ac:chgData name="Blumengarten, Jake" userId="c9a63929-9140-4e74-9c4a-82977951c6ec" providerId="ADAL" clId="{8E9A526A-7953-D549-A8B4-1C7C81ACBBA9}" dt="2025-05-31T14:12:04.308" v="25"/>
            <ac:spMkLst>
              <pc:docMk/>
              <pc:sldMasterMk cId="3432331682" sldId="2147483648"/>
              <pc:sldLayoutMk cId="629262666" sldId="2147483656"/>
              <ac:spMk id="4" creationId="{BC5AD7D1-9ECF-A57B-9A1B-740713CC8B20}"/>
            </ac:spMkLst>
          </pc:spChg>
        </pc:sldLayoutChg>
        <pc:sldLayoutChg chg="modSp">
          <pc:chgData name="Blumengarten, Jake" userId="c9a63929-9140-4e74-9c4a-82977951c6ec" providerId="ADAL" clId="{8E9A526A-7953-D549-A8B4-1C7C81ACBBA9}" dt="2025-05-31T14:12:04.308" v="25"/>
          <pc:sldLayoutMkLst>
            <pc:docMk/>
            <pc:sldMasterMk cId="3432331682" sldId="2147483648"/>
            <pc:sldLayoutMk cId="2226899127" sldId="2147483657"/>
          </pc:sldLayoutMkLst>
          <pc:spChg chg="mod">
            <ac:chgData name="Blumengarten, Jake" userId="c9a63929-9140-4e74-9c4a-82977951c6ec" providerId="ADAL" clId="{8E9A526A-7953-D549-A8B4-1C7C81ACBBA9}" dt="2025-05-31T14:12:04.308" v="25"/>
            <ac:spMkLst>
              <pc:docMk/>
              <pc:sldMasterMk cId="3432331682" sldId="2147483648"/>
              <pc:sldLayoutMk cId="2226899127" sldId="2147483657"/>
              <ac:spMk id="2" creationId="{16744337-A631-5D53-4F36-01BFC7443DFF}"/>
            </ac:spMkLst>
          </pc:spChg>
          <pc:spChg chg="mod">
            <ac:chgData name="Blumengarten, Jake" userId="c9a63929-9140-4e74-9c4a-82977951c6ec" providerId="ADAL" clId="{8E9A526A-7953-D549-A8B4-1C7C81ACBBA9}" dt="2025-05-31T14:12:04.308" v="25"/>
            <ac:spMkLst>
              <pc:docMk/>
              <pc:sldMasterMk cId="3432331682" sldId="2147483648"/>
              <pc:sldLayoutMk cId="2226899127" sldId="2147483657"/>
              <ac:spMk id="3" creationId="{E62B2856-0D59-1FC3-5BF7-694E27874B92}"/>
            </ac:spMkLst>
          </pc:spChg>
          <pc:spChg chg="mod">
            <ac:chgData name="Blumengarten, Jake" userId="c9a63929-9140-4e74-9c4a-82977951c6ec" providerId="ADAL" clId="{8E9A526A-7953-D549-A8B4-1C7C81ACBBA9}" dt="2025-05-31T14:12:04.308" v="25"/>
            <ac:spMkLst>
              <pc:docMk/>
              <pc:sldMasterMk cId="3432331682" sldId="2147483648"/>
              <pc:sldLayoutMk cId="2226899127" sldId="2147483657"/>
              <ac:spMk id="4" creationId="{DD10C040-5468-A2F2-26E9-240F1AB6FC19}"/>
            </ac:spMkLst>
          </pc:spChg>
        </pc:sldLayoutChg>
        <pc:sldLayoutChg chg="modSp">
          <pc:chgData name="Blumengarten, Jake" userId="c9a63929-9140-4e74-9c4a-82977951c6ec" providerId="ADAL" clId="{8E9A526A-7953-D549-A8B4-1C7C81ACBBA9}" dt="2025-05-31T14:12:04.308" v="25"/>
          <pc:sldLayoutMkLst>
            <pc:docMk/>
            <pc:sldMasterMk cId="3432331682" sldId="2147483648"/>
            <pc:sldLayoutMk cId="2243003029" sldId="2147483659"/>
          </pc:sldLayoutMkLst>
          <pc:spChg chg="mod">
            <ac:chgData name="Blumengarten, Jake" userId="c9a63929-9140-4e74-9c4a-82977951c6ec" providerId="ADAL" clId="{8E9A526A-7953-D549-A8B4-1C7C81ACBBA9}" dt="2025-05-31T14:12:04.308" v="25"/>
            <ac:spMkLst>
              <pc:docMk/>
              <pc:sldMasterMk cId="3432331682" sldId="2147483648"/>
              <pc:sldLayoutMk cId="2243003029" sldId="2147483659"/>
              <ac:spMk id="2" creationId="{B81C1647-5C33-F9B2-0F4A-A6D71B79605C}"/>
            </ac:spMkLst>
          </pc:spChg>
          <pc:spChg chg="mod">
            <ac:chgData name="Blumengarten, Jake" userId="c9a63929-9140-4e74-9c4a-82977951c6ec" providerId="ADAL" clId="{8E9A526A-7953-D549-A8B4-1C7C81ACBBA9}" dt="2025-05-31T14:12:04.308" v="25"/>
            <ac:spMkLst>
              <pc:docMk/>
              <pc:sldMasterMk cId="3432331682" sldId="2147483648"/>
              <pc:sldLayoutMk cId="2243003029" sldId="2147483659"/>
              <ac:spMk id="3" creationId="{1A270A20-7483-67D0-F7EA-A37A7C0B9904}"/>
            </ac:spMkLst>
          </pc:spChg>
        </pc:sldLayoutChg>
      </pc:sldMasterChg>
      <pc:sldMasterChg chg="modSp modSldLayout">
        <pc:chgData name="Blumengarten, Jake" userId="c9a63929-9140-4e74-9c4a-82977951c6ec" providerId="ADAL" clId="{8E9A526A-7953-D549-A8B4-1C7C81ACBBA9}" dt="2025-05-31T14:15:14.748" v="51"/>
        <pc:sldMasterMkLst>
          <pc:docMk/>
          <pc:sldMasterMk cId="458093816" sldId="2147483660"/>
        </pc:sldMasterMkLst>
        <pc:spChg chg="mod">
          <ac:chgData name="Blumengarten, Jake" userId="c9a63929-9140-4e74-9c4a-82977951c6ec" providerId="ADAL" clId="{8E9A526A-7953-D549-A8B4-1C7C81ACBBA9}" dt="2025-05-31T14:15:14.748" v="51"/>
          <ac:spMkLst>
            <pc:docMk/>
            <pc:sldMasterMk cId="458093816" sldId="2147483660"/>
            <ac:spMk id="2" creationId="{00000000-0000-0000-0000-000000000000}"/>
          </ac:spMkLst>
        </pc:spChg>
        <pc:spChg chg="mod">
          <ac:chgData name="Blumengarten, Jake" userId="c9a63929-9140-4e74-9c4a-82977951c6ec" providerId="ADAL" clId="{8E9A526A-7953-D549-A8B4-1C7C81ACBBA9}" dt="2025-05-31T14:15:14.748" v="51"/>
          <ac:spMkLst>
            <pc:docMk/>
            <pc:sldMasterMk cId="458093816" sldId="2147483660"/>
            <ac:spMk id="3" creationId="{00000000-0000-0000-0000-000000000000}"/>
          </ac:spMkLst>
        </pc:spChg>
        <pc:spChg chg="mod">
          <ac:chgData name="Blumengarten, Jake" userId="c9a63929-9140-4e74-9c4a-82977951c6ec" providerId="ADAL" clId="{8E9A526A-7953-D549-A8B4-1C7C81ACBBA9}" dt="2025-05-31T14:15:14.748" v="51"/>
          <ac:spMkLst>
            <pc:docMk/>
            <pc:sldMasterMk cId="458093816" sldId="2147483660"/>
            <ac:spMk id="4" creationId="{00000000-0000-0000-0000-000000000000}"/>
          </ac:spMkLst>
        </pc:spChg>
        <pc:spChg chg="mod">
          <ac:chgData name="Blumengarten, Jake" userId="c9a63929-9140-4e74-9c4a-82977951c6ec" providerId="ADAL" clId="{8E9A526A-7953-D549-A8B4-1C7C81ACBBA9}" dt="2025-05-31T14:15:14.748" v="51"/>
          <ac:spMkLst>
            <pc:docMk/>
            <pc:sldMasterMk cId="458093816" sldId="2147483660"/>
            <ac:spMk id="5" creationId="{00000000-0000-0000-0000-000000000000}"/>
          </ac:spMkLst>
        </pc:spChg>
        <pc:spChg chg="mod">
          <ac:chgData name="Blumengarten, Jake" userId="c9a63929-9140-4e74-9c4a-82977951c6ec" providerId="ADAL" clId="{8E9A526A-7953-D549-A8B4-1C7C81ACBBA9}" dt="2025-05-31T14:15:14.748" v="51"/>
          <ac:spMkLst>
            <pc:docMk/>
            <pc:sldMasterMk cId="458093816" sldId="2147483660"/>
            <ac:spMk id="6" creationId="{00000000-0000-0000-0000-000000000000}"/>
          </ac:spMkLst>
        </pc:spChg>
        <pc:sldLayoutChg chg="modSp">
          <pc:chgData name="Blumengarten, Jake" userId="c9a63929-9140-4e74-9c4a-82977951c6ec" providerId="ADAL" clId="{8E9A526A-7953-D549-A8B4-1C7C81ACBBA9}" dt="2025-05-31T14:15:14.748" v="51"/>
          <pc:sldLayoutMkLst>
            <pc:docMk/>
            <pc:sldMasterMk cId="458093816" sldId="2147483660"/>
            <pc:sldLayoutMk cId="216635054" sldId="2147483661"/>
          </pc:sldLayoutMkLst>
          <pc:spChg chg="mod">
            <ac:chgData name="Blumengarten, Jake" userId="c9a63929-9140-4e74-9c4a-82977951c6ec" providerId="ADAL" clId="{8E9A526A-7953-D549-A8B4-1C7C81ACBBA9}" dt="2025-05-31T14:15:14.748" v="51"/>
            <ac:spMkLst>
              <pc:docMk/>
              <pc:sldMasterMk cId="458093816" sldId="2147483660"/>
              <pc:sldLayoutMk cId="216635054" sldId="2147483661"/>
              <ac:spMk id="2" creationId="{00000000-0000-0000-0000-000000000000}"/>
            </ac:spMkLst>
          </pc:spChg>
          <pc:spChg chg="mod">
            <ac:chgData name="Blumengarten, Jake" userId="c9a63929-9140-4e74-9c4a-82977951c6ec" providerId="ADAL" clId="{8E9A526A-7953-D549-A8B4-1C7C81ACBBA9}" dt="2025-05-31T14:15:14.748" v="51"/>
            <ac:spMkLst>
              <pc:docMk/>
              <pc:sldMasterMk cId="458093816" sldId="2147483660"/>
              <pc:sldLayoutMk cId="216635054" sldId="2147483661"/>
              <ac:spMk id="3" creationId="{00000000-0000-0000-0000-000000000000}"/>
            </ac:spMkLst>
          </pc:spChg>
        </pc:sldLayoutChg>
        <pc:sldLayoutChg chg="modSp">
          <pc:chgData name="Blumengarten, Jake" userId="c9a63929-9140-4e74-9c4a-82977951c6ec" providerId="ADAL" clId="{8E9A526A-7953-D549-A8B4-1C7C81ACBBA9}" dt="2025-05-31T14:15:14.748" v="51"/>
          <pc:sldLayoutMkLst>
            <pc:docMk/>
            <pc:sldMasterMk cId="458093816" sldId="2147483660"/>
            <pc:sldLayoutMk cId="2879344560" sldId="2147483663"/>
          </pc:sldLayoutMkLst>
          <pc:spChg chg="mod">
            <ac:chgData name="Blumengarten, Jake" userId="c9a63929-9140-4e74-9c4a-82977951c6ec" providerId="ADAL" clId="{8E9A526A-7953-D549-A8B4-1C7C81ACBBA9}" dt="2025-05-31T14:15:14.748" v="51"/>
            <ac:spMkLst>
              <pc:docMk/>
              <pc:sldMasterMk cId="458093816" sldId="2147483660"/>
              <pc:sldLayoutMk cId="2879344560" sldId="2147483663"/>
              <ac:spMk id="2" creationId="{00000000-0000-0000-0000-000000000000}"/>
            </ac:spMkLst>
          </pc:spChg>
          <pc:spChg chg="mod">
            <ac:chgData name="Blumengarten, Jake" userId="c9a63929-9140-4e74-9c4a-82977951c6ec" providerId="ADAL" clId="{8E9A526A-7953-D549-A8B4-1C7C81ACBBA9}" dt="2025-05-31T14:15:14.748" v="51"/>
            <ac:spMkLst>
              <pc:docMk/>
              <pc:sldMasterMk cId="458093816" sldId="2147483660"/>
              <pc:sldLayoutMk cId="2879344560" sldId="2147483663"/>
              <ac:spMk id="3" creationId="{00000000-0000-0000-0000-000000000000}"/>
            </ac:spMkLst>
          </pc:spChg>
        </pc:sldLayoutChg>
        <pc:sldLayoutChg chg="modSp">
          <pc:chgData name="Blumengarten, Jake" userId="c9a63929-9140-4e74-9c4a-82977951c6ec" providerId="ADAL" clId="{8E9A526A-7953-D549-A8B4-1C7C81ACBBA9}" dt="2025-05-31T14:15:14.748" v="51"/>
          <pc:sldLayoutMkLst>
            <pc:docMk/>
            <pc:sldMasterMk cId="458093816" sldId="2147483660"/>
            <pc:sldLayoutMk cId="2312524020" sldId="2147483664"/>
          </pc:sldLayoutMkLst>
          <pc:spChg chg="mod">
            <ac:chgData name="Blumengarten, Jake" userId="c9a63929-9140-4e74-9c4a-82977951c6ec" providerId="ADAL" clId="{8E9A526A-7953-D549-A8B4-1C7C81ACBBA9}" dt="2025-05-31T14:15:14.748" v="51"/>
            <ac:spMkLst>
              <pc:docMk/>
              <pc:sldMasterMk cId="458093816" sldId="2147483660"/>
              <pc:sldLayoutMk cId="2312524020" sldId="2147483664"/>
              <ac:spMk id="3" creationId="{00000000-0000-0000-0000-000000000000}"/>
            </ac:spMkLst>
          </pc:spChg>
          <pc:spChg chg="mod">
            <ac:chgData name="Blumengarten, Jake" userId="c9a63929-9140-4e74-9c4a-82977951c6ec" providerId="ADAL" clId="{8E9A526A-7953-D549-A8B4-1C7C81ACBBA9}" dt="2025-05-31T14:15:14.748" v="51"/>
            <ac:spMkLst>
              <pc:docMk/>
              <pc:sldMasterMk cId="458093816" sldId="2147483660"/>
              <pc:sldLayoutMk cId="2312524020" sldId="2147483664"/>
              <ac:spMk id="4" creationId="{00000000-0000-0000-0000-000000000000}"/>
            </ac:spMkLst>
          </pc:spChg>
        </pc:sldLayoutChg>
        <pc:sldLayoutChg chg="modSp">
          <pc:chgData name="Blumengarten, Jake" userId="c9a63929-9140-4e74-9c4a-82977951c6ec" providerId="ADAL" clId="{8E9A526A-7953-D549-A8B4-1C7C81ACBBA9}" dt="2025-05-31T14:15:14.748" v="51"/>
          <pc:sldLayoutMkLst>
            <pc:docMk/>
            <pc:sldMasterMk cId="458093816" sldId="2147483660"/>
            <pc:sldLayoutMk cId="1380667653" sldId="2147483665"/>
          </pc:sldLayoutMkLst>
          <pc:spChg chg="mod">
            <ac:chgData name="Blumengarten, Jake" userId="c9a63929-9140-4e74-9c4a-82977951c6ec" providerId="ADAL" clId="{8E9A526A-7953-D549-A8B4-1C7C81ACBBA9}" dt="2025-05-31T14:15:14.748" v="51"/>
            <ac:spMkLst>
              <pc:docMk/>
              <pc:sldMasterMk cId="458093816" sldId="2147483660"/>
              <pc:sldLayoutMk cId="1380667653" sldId="2147483665"/>
              <ac:spMk id="2" creationId="{00000000-0000-0000-0000-000000000000}"/>
            </ac:spMkLst>
          </pc:spChg>
          <pc:spChg chg="mod">
            <ac:chgData name="Blumengarten, Jake" userId="c9a63929-9140-4e74-9c4a-82977951c6ec" providerId="ADAL" clId="{8E9A526A-7953-D549-A8B4-1C7C81ACBBA9}" dt="2025-05-31T14:15:14.748" v="51"/>
            <ac:spMkLst>
              <pc:docMk/>
              <pc:sldMasterMk cId="458093816" sldId="2147483660"/>
              <pc:sldLayoutMk cId="1380667653" sldId="2147483665"/>
              <ac:spMk id="3" creationId="{00000000-0000-0000-0000-000000000000}"/>
            </ac:spMkLst>
          </pc:spChg>
          <pc:spChg chg="mod">
            <ac:chgData name="Blumengarten, Jake" userId="c9a63929-9140-4e74-9c4a-82977951c6ec" providerId="ADAL" clId="{8E9A526A-7953-D549-A8B4-1C7C81ACBBA9}" dt="2025-05-31T14:15:14.748" v="51"/>
            <ac:spMkLst>
              <pc:docMk/>
              <pc:sldMasterMk cId="458093816" sldId="2147483660"/>
              <pc:sldLayoutMk cId="1380667653" sldId="2147483665"/>
              <ac:spMk id="4" creationId="{00000000-0000-0000-0000-000000000000}"/>
            </ac:spMkLst>
          </pc:spChg>
          <pc:spChg chg="mod">
            <ac:chgData name="Blumengarten, Jake" userId="c9a63929-9140-4e74-9c4a-82977951c6ec" providerId="ADAL" clId="{8E9A526A-7953-D549-A8B4-1C7C81ACBBA9}" dt="2025-05-31T14:15:14.748" v="51"/>
            <ac:spMkLst>
              <pc:docMk/>
              <pc:sldMasterMk cId="458093816" sldId="2147483660"/>
              <pc:sldLayoutMk cId="1380667653" sldId="2147483665"/>
              <ac:spMk id="5" creationId="{00000000-0000-0000-0000-000000000000}"/>
            </ac:spMkLst>
          </pc:spChg>
          <pc:spChg chg="mod">
            <ac:chgData name="Blumengarten, Jake" userId="c9a63929-9140-4e74-9c4a-82977951c6ec" providerId="ADAL" clId="{8E9A526A-7953-D549-A8B4-1C7C81ACBBA9}" dt="2025-05-31T14:15:14.748" v="51"/>
            <ac:spMkLst>
              <pc:docMk/>
              <pc:sldMasterMk cId="458093816" sldId="2147483660"/>
              <pc:sldLayoutMk cId="1380667653" sldId="2147483665"/>
              <ac:spMk id="6" creationId="{00000000-0000-0000-0000-000000000000}"/>
            </ac:spMkLst>
          </pc:spChg>
        </pc:sldLayoutChg>
        <pc:sldLayoutChg chg="modSp">
          <pc:chgData name="Blumengarten, Jake" userId="c9a63929-9140-4e74-9c4a-82977951c6ec" providerId="ADAL" clId="{8E9A526A-7953-D549-A8B4-1C7C81ACBBA9}" dt="2025-05-31T14:15:14.748" v="51"/>
          <pc:sldLayoutMkLst>
            <pc:docMk/>
            <pc:sldMasterMk cId="458093816" sldId="2147483660"/>
            <pc:sldLayoutMk cId="3957017255" sldId="2147483668"/>
          </pc:sldLayoutMkLst>
          <pc:spChg chg="mod">
            <ac:chgData name="Blumengarten, Jake" userId="c9a63929-9140-4e74-9c4a-82977951c6ec" providerId="ADAL" clId="{8E9A526A-7953-D549-A8B4-1C7C81ACBBA9}" dt="2025-05-31T14:15:14.748" v="51"/>
            <ac:spMkLst>
              <pc:docMk/>
              <pc:sldMasterMk cId="458093816" sldId="2147483660"/>
              <pc:sldLayoutMk cId="3957017255" sldId="2147483668"/>
              <ac:spMk id="2" creationId="{00000000-0000-0000-0000-000000000000}"/>
            </ac:spMkLst>
          </pc:spChg>
          <pc:spChg chg="mod">
            <ac:chgData name="Blumengarten, Jake" userId="c9a63929-9140-4e74-9c4a-82977951c6ec" providerId="ADAL" clId="{8E9A526A-7953-D549-A8B4-1C7C81ACBBA9}" dt="2025-05-31T14:15:14.748" v="51"/>
            <ac:spMkLst>
              <pc:docMk/>
              <pc:sldMasterMk cId="458093816" sldId="2147483660"/>
              <pc:sldLayoutMk cId="3957017255" sldId="2147483668"/>
              <ac:spMk id="3" creationId="{00000000-0000-0000-0000-000000000000}"/>
            </ac:spMkLst>
          </pc:spChg>
          <pc:spChg chg="mod">
            <ac:chgData name="Blumengarten, Jake" userId="c9a63929-9140-4e74-9c4a-82977951c6ec" providerId="ADAL" clId="{8E9A526A-7953-D549-A8B4-1C7C81ACBBA9}" dt="2025-05-31T14:15:14.748" v="51"/>
            <ac:spMkLst>
              <pc:docMk/>
              <pc:sldMasterMk cId="458093816" sldId="2147483660"/>
              <pc:sldLayoutMk cId="3957017255" sldId="2147483668"/>
              <ac:spMk id="4" creationId="{00000000-0000-0000-0000-000000000000}"/>
            </ac:spMkLst>
          </pc:spChg>
        </pc:sldLayoutChg>
        <pc:sldLayoutChg chg="modSp">
          <pc:chgData name="Blumengarten, Jake" userId="c9a63929-9140-4e74-9c4a-82977951c6ec" providerId="ADAL" clId="{8E9A526A-7953-D549-A8B4-1C7C81ACBBA9}" dt="2025-05-31T14:15:14.748" v="51"/>
          <pc:sldLayoutMkLst>
            <pc:docMk/>
            <pc:sldMasterMk cId="458093816" sldId="2147483660"/>
            <pc:sldLayoutMk cId="2984230273" sldId="2147483669"/>
          </pc:sldLayoutMkLst>
          <pc:spChg chg="mod">
            <ac:chgData name="Blumengarten, Jake" userId="c9a63929-9140-4e74-9c4a-82977951c6ec" providerId="ADAL" clId="{8E9A526A-7953-D549-A8B4-1C7C81ACBBA9}" dt="2025-05-31T14:15:14.748" v="51"/>
            <ac:spMkLst>
              <pc:docMk/>
              <pc:sldMasterMk cId="458093816" sldId="2147483660"/>
              <pc:sldLayoutMk cId="2984230273" sldId="2147483669"/>
              <ac:spMk id="2" creationId="{00000000-0000-0000-0000-000000000000}"/>
            </ac:spMkLst>
          </pc:spChg>
          <pc:spChg chg="mod">
            <ac:chgData name="Blumengarten, Jake" userId="c9a63929-9140-4e74-9c4a-82977951c6ec" providerId="ADAL" clId="{8E9A526A-7953-D549-A8B4-1C7C81ACBBA9}" dt="2025-05-31T14:15:14.748" v="51"/>
            <ac:spMkLst>
              <pc:docMk/>
              <pc:sldMasterMk cId="458093816" sldId="2147483660"/>
              <pc:sldLayoutMk cId="2984230273" sldId="2147483669"/>
              <ac:spMk id="3" creationId="{00000000-0000-0000-0000-000000000000}"/>
            </ac:spMkLst>
          </pc:spChg>
          <pc:spChg chg="mod">
            <ac:chgData name="Blumengarten, Jake" userId="c9a63929-9140-4e74-9c4a-82977951c6ec" providerId="ADAL" clId="{8E9A526A-7953-D549-A8B4-1C7C81ACBBA9}" dt="2025-05-31T14:15:14.748" v="51"/>
            <ac:spMkLst>
              <pc:docMk/>
              <pc:sldMasterMk cId="458093816" sldId="2147483660"/>
              <pc:sldLayoutMk cId="2984230273" sldId="2147483669"/>
              <ac:spMk id="4" creationId="{00000000-0000-0000-0000-000000000000}"/>
            </ac:spMkLst>
          </pc:spChg>
        </pc:sldLayoutChg>
        <pc:sldLayoutChg chg="modSp">
          <pc:chgData name="Blumengarten, Jake" userId="c9a63929-9140-4e74-9c4a-82977951c6ec" providerId="ADAL" clId="{8E9A526A-7953-D549-A8B4-1C7C81ACBBA9}" dt="2025-05-31T14:15:14.748" v="51"/>
          <pc:sldLayoutMkLst>
            <pc:docMk/>
            <pc:sldMasterMk cId="458093816" sldId="2147483660"/>
            <pc:sldLayoutMk cId="130088960" sldId="2147483671"/>
          </pc:sldLayoutMkLst>
          <pc:spChg chg="mod">
            <ac:chgData name="Blumengarten, Jake" userId="c9a63929-9140-4e74-9c4a-82977951c6ec" providerId="ADAL" clId="{8E9A526A-7953-D549-A8B4-1C7C81ACBBA9}" dt="2025-05-31T14:15:14.748" v="51"/>
            <ac:spMkLst>
              <pc:docMk/>
              <pc:sldMasterMk cId="458093816" sldId="2147483660"/>
              <pc:sldLayoutMk cId="130088960" sldId="2147483671"/>
              <ac:spMk id="2" creationId="{00000000-0000-0000-0000-000000000000}"/>
            </ac:spMkLst>
          </pc:spChg>
          <pc:spChg chg="mod">
            <ac:chgData name="Blumengarten, Jake" userId="c9a63929-9140-4e74-9c4a-82977951c6ec" providerId="ADAL" clId="{8E9A526A-7953-D549-A8B4-1C7C81ACBBA9}" dt="2025-05-31T14:15:14.748" v="51"/>
            <ac:spMkLst>
              <pc:docMk/>
              <pc:sldMasterMk cId="458093816" sldId="2147483660"/>
              <pc:sldLayoutMk cId="130088960" sldId="2147483671"/>
              <ac:spMk id="3" creationId="{00000000-0000-0000-0000-000000000000}"/>
            </ac:spMkLst>
          </pc:spChg>
        </pc:sldLayoutChg>
      </pc:sldMasterChg>
      <pc:sldMasterChg chg="modSp modSldLayout">
        <pc:chgData name="Blumengarten, Jake" userId="c9a63929-9140-4e74-9c4a-82977951c6ec" providerId="ADAL" clId="{8E9A526A-7953-D549-A8B4-1C7C81ACBBA9}" dt="2025-05-31T14:16:44.096" v="71"/>
        <pc:sldMasterMkLst>
          <pc:docMk/>
          <pc:sldMasterMk cId="2995066123" sldId="2147483672"/>
        </pc:sldMasterMkLst>
        <pc:spChg chg="mod">
          <ac:chgData name="Blumengarten, Jake" userId="c9a63929-9140-4e74-9c4a-82977951c6ec" providerId="ADAL" clId="{8E9A526A-7953-D549-A8B4-1C7C81ACBBA9}" dt="2025-05-31T14:16:44.096" v="71"/>
          <ac:spMkLst>
            <pc:docMk/>
            <pc:sldMasterMk cId="2995066123" sldId="2147483672"/>
            <ac:spMk id="2" creationId="{00000000-0000-0000-0000-000000000000}"/>
          </ac:spMkLst>
        </pc:spChg>
        <pc:spChg chg="mod">
          <ac:chgData name="Blumengarten, Jake" userId="c9a63929-9140-4e74-9c4a-82977951c6ec" providerId="ADAL" clId="{8E9A526A-7953-D549-A8B4-1C7C81ACBBA9}" dt="2025-05-31T14:16:44.096" v="71"/>
          <ac:spMkLst>
            <pc:docMk/>
            <pc:sldMasterMk cId="2995066123" sldId="2147483672"/>
            <ac:spMk id="3" creationId="{00000000-0000-0000-0000-000000000000}"/>
          </ac:spMkLst>
        </pc:spChg>
        <pc:spChg chg="mod">
          <ac:chgData name="Blumengarten, Jake" userId="c9a63929-9140-4e74-9c4a-82977951c6ec" providerId="ADAL" clId="{8E9A526A-7953-D549-A8B4-1C7C81ACBBA9}" dt="2025-05-31T14:16:44.096" v="71"/>
          <ac:spMkLst>
            <pc:docMk/>
            <pc:sldMasterMk cId="2995066123" sldId="2147483672"/>
            <ac:spMk id="4" creationId="{00000000-0000-0000-0000-000000000000}"/>
          </ac:spMkLst>
        </pc:spChg>
        <pc:spChg chg="mod">
          <ac:chgData name="Blumengarten, Jake" userId="c9a63929-9140-4e74-9c4a-82977951c6ec" providerId="ADAL" clId="{8E9A526A-7953-D549-A8B4-1C7C81ACBBA9}" dt="2025-05-31T14:16:44.096" v="71"/>
          <ac:spMkLst>
            <pc:docMk/>
            <pc:sldMasterMk cId="2995066123" sldId="2147483672"/>
            <ac:spMk id="5" creationId="{00000000-0000-0000-0000-000000000000}"/>
          </ac:spMkLst>
        </pc:spChg>
        <pc:spChg chg="mod">
          <ac:chgData name="Blumengarten, Jake" userId="c9a63929-9140-4e74-9c4a-82977951c6ec" providerId="ADAL" clId="{8E9A526A-7953-D549-A8B4-1C7C81ACBBA9}" dt="2025-05-31T14:16:44.096" v="71"/>
          <ac:spMkLst>
            <pc:docMk/>
            <pc:sldMasterMk cId="2995066123" sldId="2147483672"/>
            <ac:spMk id="6" creationId="{00000000-0000-0000-0000-000000000000}"/>
          </ac:spMkLst>
        </pc:spChg>
        <pc:sldLayoutChg chg="modSp">
          <pc:chgData name="Blumengarten, Jake" userId="c9a63929-9140-4e74-9c4a-82977951c6ec" providerId="ADAL" clId="{8E9A526A-7953-D549-A8B4-1C7C81ACBBA9}" dt="2025-05-31T14:16:44.096" v="71"/>
          <pc:sldLayoutMkLst>
            <pc:docMk/>
            <pc:sldMasterMk cId="2995066123" sldId="2147483672"/>
            <pc:sldLayoutMk cId="1849982432" sldId="2147483673"/>
          </pc:sldLayoutMkLst>
          <pc:spChg chg="mod">
            <ac:chgData name="Blumengarten, Jake" userId="c9a63929-9140-4e74-9c4a-82977951c6ec" providerId="ADAL" clId="{8E9A526A-7953-D549-A8B4-1C7C81ACBBA9}" dt="2025-05-31T14:16:44.096" v="71"/>
            <ac:spMkLst>
              <pc:docMk/>
              <pc:sldMasterMk cId="2995066123" sldId="2147483672"/>
              <pc:sldLayoutMk cId="1849982432" sldId="2147483673"/>
              <ac:spMk id="2" creationId="{00000000-0000-0000-0000-000000000000}"/>
            </ac:spMkLst>
          </pc:spChg>
          <pc:spChg chg="mod">
            <ac:chgData name="Blumengarten, Jake" userId="c9a63929-9140-4e74-9c4a-82977951c6ec" providerId="ADAL" clId="{8E9A526A-7953-D549-A8B4-1C7C81ACBBA9}" dt="2025-05-31T14:16:44.096" v="71"/>
            <ac:spMkLst>
              <pc:docMk/>
              <pc:sldMasterMk cId="2995066123" sldId="2147483672"/>
              <pc:sldLayoutMk cId="1849982432" sldId="2147483673"/>
              <ac:spMk id="3" creationId="{00000000-0000-0000-0000-000000000000}"/>
            </ac:spMkLst>
          </pc:spChg>
        </pc:sldLayoutChg>
        <pc:sldLayoutChg chg="modSp">
          <pc:chgData name="Blumengarten, Jake" userId="c9a63929-9140-4e74-9c4a-82977951c6ec" providerId="ADAL" clId="{8E9A526A-7953-D549-A8B4-1C7C81ACBBA9}" dt="2025-05-31T14:16:44.096" v="71"/>
          <pc:sldLayoutMkLst>
            <pc:docMk/>
            <pc:sldMasterMk cId="2995066123" sldId="2147483672"/>
            <pc:sldLayoutMk cId="3333426148" sldId="2147483675"/>
          </pc:sldLayoutMkLst>
          <pc:spChg chg="mod">
            <ac:chgData name="Blumengarten, Jake" userId="c9a63929-9140-4e74-9c4a-82977951c6ec" providerId="ADAL" clId="{8E9A526A-7953-D549-A8B4-1C7C81ACBBA9}" dt="2025-05-31T14:16:44.096" v="71"/>
            <ac:spMkLst>
              <pc:docMk/>
              <pc:sldMasterMk cId="2995066123" sldId="2147483672"/>
              <pc:sldLayoutMk cId="3333426148" sldId="2147483675"/>
              <ac:spMk id="2" creationId="{00000000-0000-0000-0000-000000000000}"/>
            </ac:spMkLst>
          </pc:spChg>
          <pc:spChg chg="mod">
            <ac:chgData name="Blumengarten, Jake" userId="c9a63929-9140-4e74-9c4a-82977951c6ec" providerId="ADAL" clId="{8E9A526A-7953-D549-A8B4-1C7C81ACBBA9}" dt="2025-05-31T14:16:44.096" v="71"/>
            <ac:spMkLst>
              <pc:docMk/>
              <pc:sldMasterMk cId="2995066123" sldId="2147483672"/>
              <pc:sldLayoutMk cId="3333426148" sldId="2147483675"/>
              <ac:spMk id="3" creationId="{00000000-0000-0000-0000-000000000000}"/>
            </ac:spMkLst>
          </pc:spChg>
        </pc:sldLayoutChg>
        <pc:sldLayoutChg chg="modSp">
          <pc:chgData name="Blumengarten, Jake" userId="c9a63929-9140-4e74-9c4a-82977951c6ec" providerId="ADAL" clId="{8E9A526A-7953-D549-A8B4-1C7C81ACBBA9}" dt="2025-05-31T14:16:44.096" v="71"/>
          <pc:sldLayoutMkLst>
            <pc:docMk/>
            <pc:sldMasterMk cId="2995066123" sldId="2147483672"/>
            <pc:sldLayoutMk cId="3970513619" sldId="2147483676"/>
          </pc:sldLayoutMkLst>
          <pc:spChg chg="mod">
            <ac:chgData name="Blumengarten, Jake" userId="c9a63929-9140-4e74-9c4a-82977951c6ec" providerId="ADAL" clId="{8E9A526A-7953-D549-A8B4-1C7C81ACBBA9}" dt="2025-05-31T14:16:44.096" v="71"/>
            <ac:spMkLst>
              <pc:docMk/>
              <pc:sldMasterMk cId="2995066123" sldId="2147483672"/>
              <pc:sldLayoutMk cId="3970513619" sldId="2147483676"/>
              <ac:spMk id="3" creationId="{00000000-0000-0000-0000-000000000000}"/>
            </ac:spMkLst>
          </pc:spChg>
          <pc:spChg chg="mod">
            <ac:chgData name="Blumengarten, Jake" userId="c9a63929-9140-4e74-9c4a-82977951c6ec" providerId="ADAL" clId="{8E9A526A-7953-D549-A8B4-1C7C81ACBBA9}" dt="2025-05-31T14:16:44.096" v="71"/>
            <ac:spMkLst>
              <pc:docMk/>
              <pc:sldMasterMk cId="2995066123" sldId="2147483672"/>
              <pc:sldLayoutMk cId="3970513619" sldId="2147483676"/>
              <ac:spMk id="4" creationId="{00000000-0000-0000-0000-000000000000}"/>
            </ac:spMkLst>
          </pc:spChg>
        </pc:sldLayoutChg>
        <pc:sldLayoutChg chg="modSp">
          <pc:chgData name="Blumengarten, Jake" userId="c9a63929-9140-4e74-9c4a-82977951c6ec" providerId="ADAL" clId="{8E9A526A-7953-D549-A8B4-1C7C81ACBBA9}" dt="2025-05-31T14:16:44.096" v="71"/>
          <pc:sldLayoutMkLst>
            <pc:docMk/>
            <pc:sldMasterMk cId="2995066123" sldId="2147483672"/>
            <pc:sldLayoutMk cId="2663602380" sldId="2147483677"/>
          </pc:sldLayoutMkLst>
          <pc:spChg chg="mod">
            <ac:chgData name="Blumengarten, Jake" userId="c9a63929-9140-4e74-9c4a-82977951c6ec" providerId="ADAL" clId="{8E9A526A-7953-D549-A8B4-1C7C81ACBBA9}" dt="2025-05-31T14:16:44.096" v="71"/>
            <ac:spMkLst>
              <pc:docMk/>
              <pc:sldMasterMk cId="2995066123" sldId="2147483672"/>
              <pc:sldLayoutMk cId="2663602380" sldId="2147483677"/>
              <ac:spMk id="2" creationId="{00000000-0000-0000-0000-000000000000}"/>
            </ac:spMkLst>
          </pc:spChg>
          <pc:spChg chg="mod">
            <ac:chgData name="Blumengarten, Jake" userId="c9a63929-9140-4e74-9c4a-82977951c6ec" providerId="ADAL" clId="{8E9A526A-7953-D549-A8B4-1C7C81ACBBA9}" dt="2025-05-31T14:16:44.096" v="71"/>
            <ac:spMkLst>
              <pc:docMk/>
              <pc:sldMasterMk cId="2995066123" sldId="2147483672"/>
              <pc:sldLayoutMk cId="2663602380" sldId="2147483677"/>
              <ac:spMk id="3" creationId="{00000000-0000-0000-0000-000000000000}"/>
            </ac:spMkLst>
          </pc:spChg>
          <pc:spChg chg="mod">
            <ac:chgData name="Blumengarten, Jake" userId="c9a63929-9140-4e74-9c4a-82977951c6ec" providerId="ADAL" clId="{8E9A526A-7953-D549-A8B4-1C7C81ACBBA9}" dt="2025-05-31T14:16:44.096" v="71"/>
            <ac:spMkLst>
              <pc:docMk/>
              <pc:sldMasterMk cId="2995066123" sldId="2147483672"/>
              <pc:sldLayoutMk cId="2663602380" sldId="2147483677"/>
              <ac:spMk id="4" creationId="{00000000-0000-0000-0000-000000000000}"/>
            </ac:spMkLst>
          </pc:spChg>
          <pc:spChg chg="mod">
            <ac:chgData name="Blumengarten, Jake" userId="c9a63929-9140-4e74-9c4a-82977951c6ec" providerId="ADAL" clId="{8E9A526A-7953-D549-A8B4-1C7C81ACBBA9}" dt="2025-05-31T14:16:44.096" v="71"/>
            <ac:spMkLst>
              <pc:docMk/>
              <pc:sldMasterMk cId="2995066123" sldId="2147483672"/>
              <pc:sldLayoutMk cId="2663602380" sldId="2147483677"/>
              <ac:spMk id="5" creationId="{00000000-0000-0000-0000-000000000000}"/>
            </ac:spMkLst>
          </pc:spChg>
          <pc:spChg chg="mod">
            <ac:chgData name="Blumengarten, Jake" userId="c9a63929-9140-4e74-9c4a-82977951c6ec" providerId="ADAL" clId="{8E9A526A-7953-D549-A8B4-1C7C81ACBBA9}" dt="2025-05-31T14:16:44.096" v="71"/>
            <ac:spMkLst>
              <pc:docMk/>
              <pc:sldMasterMk cId="2995066123" sldId="2147483672"/>
              <pc:sldLayoutMk cId="2663602380" sldId="2147483677"/>
              <ac:spMk id="6" creationId="{00000000-0000-0000-0000-000000000000}"/>
            </ac:spMkLst>
          </pc:spChg>
        </pc:sldLayoutChg>
        <pc:sldLayoutChg chg="modSp">
          <pc:chgData name="Blumengarten, Jake" userId="c9a63929-9140-4e74-9c4a-82977951c6ec" providerId="ADAL" clId="{8E9A526A-7953-D549-A8B4-1C7C81ACBBA9}" dt="2025-05-31T14:16:44.096" v="71"/>
          <pc:sldLayoutMkLst>
            <pc:docMk/>
            <pc:sldMasterMk cId="2995066123" sldId="2147483672"/>
            <pc:sldLayoutMk cId="123334816" sldId="2147483680"/>
          </pc:sldLayoutMkLst>
          <pc:spChg chg="mod">
            <ac:chgData name="Blumengarten, Jake" userId="c9a63929-9140-4e74-9c4a-82977951c6ec" providerId="ADAL" clId="{8E9A526A-7953-D549-A8B4-1C7C81ACBBA9}" dt="2025-05-31T14:16:44.096" v="71"/>
            <ac:spMkLst>
              <pc:docMk/>
              <pc:sldMasterMk cId="2995066123" sldId="2147483672"/>
              <pc:sldLayoutMk cId="123334816" sldId="2147483680"/>
              <ac:spMk id="2" creationId="{00000000-0000-0000-0000-000000000000}"/>
            </ac:spMkLst>
          </pc:spChg>
          <pc:spChg chg="mod">
            <ac:chgData name="Blumengarten, Jake" userId="c9a63929-9140-4e74-9c4a-82977951c6ec" providerId="ADAL" clId="{8E9A526A-7953-D549-A8B4-1C7C81ACBBA9}" dt="2025-05-31T14:16:44.096" v="71"/>
            <ac:spMkLst>
              <pc:docMk/>
              <pc:sldMasterMk cId="2995066123" sldId="2147483672"/>
              <pc:sldLayoutMk cId="123334816" sldId="2147483680"/>
              <ac:spMk id="3" creationId="{00000000-0000-0000-0000-000000000000}"/>
            </ac:spMkLst>
          </pc:spChg>
          <pc:spChg chg="mod">
            <ac:chgData name="Blumengarten, Jake" userId="c9a63929-9140-4e74-9c4a-82977951c6ec" providerId="ADAL" clId="{8E9A526A-7953-D549-A8B4-1C7C81ACBBA9}" dt="2025-05-31T14:16:44.096" v="71"/>
            <ac:spMkLst>
              <pc:docMk/>
              <pc:sldMasterMk cId="2995066123" sldId="2147483672"/>
              <pc:sldLayoutMk cId="123334816" sldId="2147483680"/>
              <ac:spMk id="4" creationId="{00000000-0000-0000-0000-000000000000}"/>
            </ac:spMkLst>
          </pc:spChg>
        </pc:sldLayoutChg>
        <pc:sldLayoutChg chg="modSp">
          <pc:chgData name="Blumengarten, Jake" userId="c9a63929-9140-4e74-9c4a-82977951c6ec" providerId="ADAL" clId="{8E9A526A-7953-D549-A8B4-1C7C81ACBBA9}" dt="2025-05-31T14:16:44.096" v="71"/>
          <pc:sldLayoutMkLst>
            <pc:docMk/>
            <pc:sldMasterMk cId="2995066123" sldId="2147483672"/>
            <pc:sldLayoutMk cId="1557049826" sldId="2147483681"/>
          </pc:sldLayoutMkLst>
          <pc:spChg chg="mod">
            <ac:chgData name="Blumengarten, Jake" userId="c9a63929-9140-4e74-9c4a-82977951c6ec" providerId="ADAL" clId="{8E9A526A-7953-D549-A8B4-1C7C81ACBBA9}" dt="2025-05-31T14:16:44.096" v="71"/>
            <ac:spMkLst>
              <pc:docMk/>
              <pc:sldMasterMk cId="2995066123" sldId="2147483672"/>
              <pc:sldLayoutMk cId="1557049826" sldId="2147483681"/>
              <ac:spMk id="2" creationId="{00000000-0000-0000-0000-000000000000}"/>
            </ac:spMkLst>
          </pc:spChg>
          <pc:spChg chg="mod">
            <ac:chgData name="Blumengarten, Jake" userId="c9a63929-9140-4e74-9c4a-82977951c6ec" providerId="ADAL" clId="{8E9A526A-7953-D549-A8B4-1C7C81ACBBA9}" dt="2025-05-31T14:16:44.096" v="71"/>
            <ac:spMkLst>
              <pc:docMk/>
              <pc:sldMasterMk cId="2995066123" sldId="2147483672"/>
              <pc:sldLayoutMk cId="1557049826" sldId="2147483681"/>
              <ac:spMk id="3" creationId="{00000000-0000-0000-0000-000000000000}"/>
            </ac:spMkLst>
          </pc:spChg>
          <pc:spChg chg="mod">
            <ac:chgData name="Blumengarten, Jake" userId="c9a63929-9140-4e74-9c4a-82977951c6ec" providerId="ADAL" clId="{8E9A526A-7953-D549-A8B4-1C7C81ACBBA9}" dt="2025-05-31T14:16:44.096" v="71"/>
            <ac:spMkLst>
              <pc:docMk/>
              <pc:sldMasterMk cId="2995066123" sldId="2147483672"/>
              <pc:sldLayoutMk cId="1557049826" sldId="2147483681"/>
              <ac:spMk id="4" creationId="{00000000-0000-0000-0000-000000000000}"/>
            </ac:spMkLst>
          </pc:spChg>
        </pc:sldLayoutChg>
        <pc:sldLayoutChg chg="modSp">
          <pc:chgData name="Blumengarten, Jake" userId="c9a63929-9140-4e74-9c4a-82977951c6ec" providerId="ADAL" clId="{8E9A526A-7953-D549-A8B4-1C7C81ACBBA9}" dt="2025-05-31T14:16:44.096" v="71"/>
          <pc:sldLayoutMkLst>
            <pc:docMk/>
            <pc:sldMasterMk cId="2995066123" sldId="2147483672"/>
            <pc:sldLayoutMk cId="2833126667" sldId="2147483683"/>
          </pc:sldLayoutMkLst>
          <pc:spChg chg="mod">
            <ac:chgData name="Blumengarten, Jake" userId="c9a63929-9140-4e74-9c4a-82977951c6ec" providerId="ADAL" clId="{8E9A526A-7953-D549-A8B4-1C7C81ACBBA9}" dt="2025-05-31T14:16:44.096" v="71"/>
            <ac:spMkLst>
              <pc:docMk/>
              <pc:sldMasterMk cId="2995066123" sldId="2147483672"/>
              <pc:sldLayoutMk cId="2833126667" sldId="2147483683"/>
              <ac:spMk id="2" creationId="{00000000-0000-0000-0000-000000000000}"/>
            </ac:spMkLst>
          </pc:spChg>
          <pc:spChg chg="mod">
            <ac:chgData name="Blumengarten, Jake" userId="c9a63929-9140-4e74-9c4a-82977951c6ec" providerId="ADAL" clId="{8E9A526A-7953-D549-A8B4-1C7C81ACBBA9}" dt="2025-05-31T14:16:44.096" v="71"/>
            <ac:spMkLst>
              <pc:docMk/>
              <pc:sldMasterMk cId="2995066123" sldId="2147483672"/>
              <pc:sldLayoutMk cId="2833126667" sldId="2147483683"/>
              <ac:spMk id="3" creationId="{00000000-0000-0000-0000-000000000000}"/>
            </ac:spMkLst>
          </pc:spChg>
        </pc:sldLayoutChg>
      </pc:sldMasterChg>
      <pc:sldMasterChg chg="modSp modSldLayout">
        <pc:chgData name="Blumengarten, Jake" userId="c9a63929-9140-4e74-9c4a-82977951c6ec" providerId="ADAL" clId="{8E9A526A-7953-D549-A8B4-1C7C81ACBBA9}" dt="2025-05-31T14:22:09.768" v="157"/>
        <pc:sldMasterMkLst>
          <pc:docMk/>
          <pc:sldMasterMk cId="1645234780" sldId="2147483684"/>
        </pc:sldMasterMkLst>
        <pc:spChg chg="mod">
          <ac:chgData name="Blumengarten, Jake" userId="c9a63929-9140-4e74-9c4a-82977951c6ec" providerId="ADAL" clId="{8E9A526A-7953-D549-A8B4-1C7C81ACBBA9}" dt="2025-05-31T14:22:09.768" v="157"/>
          <ac:spMkLst>
            <pc:docMk/>
            <pc:sldMasterMk cId="1645234780" sldId="2147483684"/>
            <ac:spMk id="2" creationId="{00000000-0000-0000-0000-000000000000}"/>
          </ac:spMkLst>
        </pc:spChg>
        <pc:spChg chg="mod">
          <ac:chgData name="Blumengarten, Jake" userId="c9a63929-9140-4e74-9c4a-82977951c6ec" providerId="ADAL" clId="{8E9A526A-7953-D549-A8B4-1C7C81ACBBA9}" dt="2025-05-31T14:22:09.768" v="157"/>
          <ac:spMkLst>
            <pc:docMk/>
            <pc:sldMasterMk cId="1645234780" sldId="2147483684"/>
            <ac:spMk id="3" creationId="{00000000-0000-0000-0000-000000000000}"/>
          </ac:spMkLst>
        </pc:spChg>
        <pc:spChg chg="mod">
          <ac:chgData name="Blumengarten, Jake" userId="c9a63929-9140-4e74-9c4a-82977951c6ec" providerId="ADAL" clId="{8E9A526A-7953-D549-A8B4-1C7C81ACBBA9}" dt="2025-05-31T14:22:09.768" v="157"/>
          <ac:spMkLst>
            <pc:docMk/>
            <pc:sldMasterMk cId="1645234780" sldId="2147483684"/>
            <ac:spMk id="4" creationId="{00000000-0000-0000-0000-000000000000}"/>
          </ac:spMkLst>
        </pc:spChg>
        <pc:spChg chg="mod">
          <ac:chgData name="Blumengarten, Jake" userId="c9a63929-9140-4e74-9c4a-82977951c6ec" providerId="ADAL" clId="{8E9A526A-7953-D549-A8B4-1C7C81ACBBA9}" dt="2025-05-31T14:22:09.768" v="157"/>
          <ac:spMkLst>
            <pc:docMk/>
            <pc:sldMasterMk cId="1645234780" sldId="2147483684"/>
            <ac:spMk id="5" creationId="{00000000-0000-0000-0000-000000000000}"/>
          </ac:spMkLst>
        </pc:spChg>
        <pc:spChg chg="mod">
          <ac:chgData name="Blumengarten, Jake" userId="c9a63929-9140-4e74-9c4a-82977951c6ec" providerId="ADAL" clId="{8E9A526A-7953-D549-A8B4-1C7C81ACBBA9}" dt="2025-05-31T14:22:09.768" v="157"/>
          <ac:spMkLst>
            <pc:docMk/>
            <pc:sldMasterMk cId="1645234780" sldId="2147483684"/>
            <ac:spMk id="6" creationId="{00000000-0000-0000-0000-000000000000}"/>
          </ac:spMkLst>
        </pc:spChg>
        <pc:sldLayoutChg chg="modSp">
          <pc:chgData name="Blumengarten, Jake" userId="c9a63929-9140-4e74-9c4a-82977951c6ec" providerId="ADAL" clId="{8E9A526A-7953-D549-A8B4-1C7C81ACBBA9}" dt="2025-05-31T14:22:09.768" v="157"/>
          <pc:sldLayoutMkLst>
            <pc:docMk/>
            <pc:sldMasterMk cId="1645234780" sldId="2147483684"/>
            <pc:sldLayoutMk cId="2640110536" sldId="2147483685"/>
          </pc:sldLayoutMkLst>
          <pc:spChg chg="mod">
            <ac:chgData name="Blumengarten, Jake" userId="c9a63929-9140-4e74-9c4a-82977951c6ec" providerId="ADAL" clId="{8E9A526A-7953-D549-A8B4-1C7C81ACBBA9}" dt="2025-05-31T14:22:09.768" v="157"/>
            <ac:spMkLst>
              <pc:docMk/>
              <pc:sldMasterMk cId="1645234780" sldId="2147483684"/>
              <pc:sldLayoutMk cId="2640110536" sldId="2147483685"/>
              <ac:spMk id="2" creationId="{00000000-0000-0000-0000-000000000000}"/>
            </ac:spMkLst>
          </pc:spChg>
          <pc:spChg chg="mod">
            <ac:chgData name="Blumengarten, Jake" userId="c9a63929-9140-4e74-9c4a-82977951c6ec" providerId="ADAL" clId="{8E9A526A-7953-D549-A8B4-1C7C81ACBBA9}" dt="2025-05-31T14:22:09.768" v="157"/>
            <ac:spMkLst>
              <pc:docMk/>
              <pc:sldMasterMk cId="1645234780" sldId="2147483684"/>
              <pc:sldLayoutMk cId="2640110536" sldId="2147483685"/>
              <ac:spMk id="3" creationId="{00000000-0000-0000-0000-000000000000}"/>
            </ac:spMkLst>
          </pc:spChg>
        </pc:sldLayoutChg>
        <pc:sldLayoutChg chg="modSp">
          <pc:chgData name="Blumengarten, Jake" userId="c9a63929-9140-4e74-9c4a-82977951c6ec" providerId="ADAL" clId="{8E9A526A-7953-D549-A8B4-1C7C81ACBBA9}" dt="2025-05-31T14:22:09.768" v="157"/>
          <pc:sldLayoutMkLst>
            <pc:docMk/>
            <pc:sldMasterMk cId="1645234780" sldId="2147483684"/>
            <pc:sldLayoutMk cId="1012103860" sldId="2147483687"/>
          </pc:sldLayoutMkLst>
          <pc:spChg chg="mod">
            <ac:chgData name="Blumengarten, Jake" userId="c9a63929-9140-4e74-9c4a-82977951c6ec" providerId="ADAL" clId="{8E9A526A-7953-D549-A8B4-1C7C81ACBBA9}" dt="2025-05-31T14:22:09.768" v="157"/>
            <ac:spMkLst>
              <pc:docMk/>
              <pc:sldMasterMk cId="1645234780" sldId="2147483684"/>
              <pc:sldLayoutMk cId="1012103860" sldId="2147483687"/>
              <ac:spMk id="2" creationId="{00000000-0000-0000-0000-000000000000}"/>
            </ac:spMkLst>
          </pc:spChg>
          <pc:spChg chg="mod">
            <ac:chgData name="Blumengarten, Jake" userId="c9a63929-9140-4e74-9c4a-82977951c6ec" providerId="ADAL" clId="{8E9A526A-7953-D549-A8B4-1C7C81ACBBA9}" dt="2025-05-31T14:22:09.768" v="157"/>
            <ac:spMkLst>
              <pc:docMk/>
              <pc:sldMasterMk cId="1645234780" sldId="2147483684"/>
              <pc:sldLayoutMk cId="1012103860" sldId="2147483687"/>
              <ac:spMk id="3" creationId="{00000000-0000-0000-0000-000000000000}"/>
            </ac:spMkLst>
          </pc:spChg>
        </pc:sldLayoutChg>
        <pc:sldLayoutChg chg="modSp">
          <pc:chgData name="Blumengarten, Jake" userId="c9a63929-9140-4e74-9c4a-82977951c6ec" providerId="ADAL" clId="{8E9A526A-7953-D549-A8B4-1C7C81ACBBA9}" dt="2025-05-31T14:22:09.768" v="157"/>
          <pc:sldLayoutMkLst>
            <pc:docMk/>
            <pc:sldMasterMk cId="1645234780" sldId="2147483684"/>
            <pc:sldLayoutMk cId="564036385" sldId="2147483688"/>
          </pc:sldLayoutMkLst>
          <pc:spChg chg="mod">
            <ac:chgData name="Blumengarten, Jake" userId="c9a63929-9140-4e74-9c4a-82977951c6ec" providerId="ADAL" clId="{8E9A526A-7953-D549-A8B4-1C7C81ACBBA9}" dt="2025-05-31T14:22:09.768" v="157"/>
            <ac:spMkLst>
              <pc:docMk/>
              <pc:sldMasterMk cId="1645234780" sldId="2147483684"/>
              <pc:sldLayoutMk cId="564036385" sldId="2147483688"/>
              <ac:spMk id="3" creationId="{00000000-0000-0000-0000-000000000000}"/>
            </ac:spMkLst>
          </pc:spChg>
          <pc:spChg chg="mod">
            <ac:chgData name="Blumengarten, Jake" userId="c9a63929-9140-4e74-9c4a-82977951c6ec" providerId="ADAL" clId="{8E9A526A-7953-D549-A8B4-1C7C81ACBBA9}" dt="2025-05-31T14:22:09.768" v="157"/>
            <ac:spMkLst>
              <pc:docMk/>
              <pc:sldMasterMk cId="1645234780" sldId="2147483684"/>
              <pc:sldLayoutMk cId="564036385" sldId="2147483688"/>
              <ac:spMk id="4" creationId="{00000000-0000-0000-0000-000000000000}"/>
            </ac:spMkLst>
          </pc:spChg>
        </pc:sldLayoutChg>
        <pc:sldLayoutChg chg="modSp">
          <pc:chgData name="Blumengarten, Jake" userId="c9a63929-9140-4e74-9c4a-82977951c6ec" providerId="ADAL" clId="{8E9A526A-7953-D549-A8B4-1C7C81ACBBA9}" dt="2025-05-31T14:22:09.768" v="157"/>
          <pc:sldLayoutMkLst>
            <pc:docMk/>
            <pc:sldMasterMk cId="1645234780" sldId="2147483684"/>
            <pc:sldLayoutMk cId="1250725621" sldId="2147483689"/>
          </pc:sldLayoutMkLst>
          <pc:spChg chg="mod">
            <ac:chgData name="Blumengarten, Jake" userId="c9a63929-9140-4e74-9c4a-82977951c6ec" providerId="ADAL" clId="{8E9A526A-7953-D549-A8B4-1C7C81ACBBA9}" dt="2025-05-31T14:22:09.768" v="157"/>
            <ac:spMkLst>
              <pc:docMk/>
              <pc:sldMasterMk cId="1645234780" sldId="2147483684"/>
              <pc:sldLayoutMk cId="1250725621" sldId="2147483689"/>
              <ac:spMk id="2" creationId="{00000000-0000-0000-0000-000000000000}"/>
            </ac:spMkLst>
          </pc:spChg>
          <pc:spChg chg="mod">
            <ac:chgData name="Blumengarten, Jake" userId="c9a63929-9140-4e74-9c4a-82977951c6ec" providerId="ADAL" clId="{8E9A526A-7953-D549-A8B4-1C7C81ACBBA9}" dt="2025-05-31T14:22:09.768" v="157"/>
            <ac:spMkLst>
              <pc:docMk/>
              <pc:sldMasterMk cId="1645234780" sldId="2147483684"/>
              <pc:sldLayoutMk cId="1250725621" sldId="2147483689"/>
              <ac:spMk id="3" creationId="{00000000-0000-0000-0000-000000000000}"/>
            </ac:spMkLst>
          </pc:spChg>
          <pc:spChg chg="mod">
            <ac:chgData name="Blumengarten, Jake" userId="c9a63929-9140-4e74-9c4a-82977951c6ec" providerId="ADAL" clId="{8E9A526A-7953-D549-A8B4-1C7C81ACBBA9}" dt="2025-05-31T14:22:09.768" v="157"/>
            <ac:spMkLst>
              <pc:docMk/>
              <pc:sldMasterMk cId="1645234780" sldId="2147483684"/>
              <pc:sldLayoutMk cId="1250725621" sldId="2147483689"/>
              <ac:spMk id="4" creationId="{00000000-0000-0000-0000-000000000000}"/>
            </ac:spMkLst>
          </pc:spChg>
          <pc:spChg chg="mod">
            <ac:chgData name="Blumengarten, Jake" userId="c9a63929-9140-4e74-9c4a-82977951c6ec" providerId="ADAL" clId="{8E9A526A-7953-D549-A8B4-1C7C81ACBBA9}" dt="2025-05-31T14:22:09.768" v="157"/>
            <ac:spMkLst>
              <pc:docMk/>
              <pc:sldMasterMk cId="1645234780" sldId="2147483684"/>
              <pc:sldLayoutMk cId="1250725621" sldId="2147483689"/>
              <ac:spMk id="5" creationId="{00000000-0000-0000-0000-000000000000}"/>
            </ac:spMkLst>
          </pc:spChg>
          <pc:spChg chg="mod">
            <ac:chgData name="Blumengarten, Jake" userId="c9a63929-9140-4e74-9c4a-82977951c6ec" providerId="ADAL" clId="{8E9A526A-7953-D549-A8B4-1C7C81ACBBA9}" dt="2025-05-31T14:22:09.768" v="157"/>
            <ac:spMkLst>
              <pc:docMk/>
              <pc:sldMasterMk cId="1645234780" sldId="2147483684"/>
              <pc:sldLayoutMk cId="1250725621" sldId="2147483689"/>
              <ac:spMk id="6" creationId="{00000000-0000-0000-0000-000000000000}"/>
            </ac:spMkLst>
          </pc:spChg>
        </pc:sldLayoutChg>
        <pc:sldLayoutChg chg="modSp">
          <pc:chgData name="Blumengarten, Jake" userId="c9a63929-9140-4e74-9c4a-82977951c6ec" providerId="ADAL" clId="{8E9A526A-7953-D549-A8B4-1C7C81ACBBA9}" dt="2025-05-31T14:22:09.768" v="157"/>
          <pc:sldLayoutMkLst>
            <pc:docMk/>
            <pc:sldMasterMk cId="1645234780" sldId="2147483684"/>
            <pc:sldLayoutMk cId="464393017" sldId="2147483692"/>
          </pc:sldLayoutMkLst>
          <pc:spChg chg="mod">
            <ac:chgData name="Blumengarten, Jake" userId="c9a63929-9140-4e74-9c4a-82977951c6ec" providerId="ADAL" clId="{8E9A526A-7953-D549-A8B4-1C7C81ACBBA9}" dt="2025-05-31T14:22:09.768" v="157"/>
            <ac:spMkLst>
              <pc:docMk/>
              <pc:sldMasterMk cId="1645234780" sldId="2147483684"/>
              <pc:sldLayoutMk cId="464393017" sldId="2147483692"/>
              <ac:spMk id="2" creationId="{00000000-0000-0000-0000-000000000000}"/>
            </ac:spMkLst>
          </pc:spChg>
          <pc:spChg chg="mod">
            <ac:chgData name="Blumengarten, Jake" userId="c9a63929-9140-4e74-9c4a-82977951c6ec" providerId="ADAL" clId="{8E9A526A-7953-D549-A8B4-1C7C81ACBBA9}" dt="2025-05-31T14:22:09.768" v="157"/>
            <ac:spMkLst>
              <pc:docMk/>
              <pc:sldMasterMk cId="1645234780" sldId="2147483684"/>
              <pc:sldLayoutMk cId="464393017" sldId="2147483692"/>
              <ac:spMk id="3" creationId="{00000000-0000-0000-0000-000000000000}"/>
            </ac:spMkLst>
          </pc:spChg>
          <pc:spChg chg="mod">
            <ac:chgData name="Blumengarten, Jake" userId="c9a63929-9140-4e74-9c4a-82977951c6ec" providerId="ADAL" clId="{8E9A526A-7953-D549-A8B4-1C7C81ACBBA9}" dt="2025-05-31T14:22:09.768" v="157"/>
            <ac:spMkLst>
              <pc:docMk/>
              <pc:sldMasterMk cId="1645234780" sldId="2147483684"/>
              <pc:sldLayoutMk cId="464393017" sldId="2147483692"/>
              <ac:spMk id="4" creationId="{00000000-0000-0000-0000-000000000000}"/>
            </ac:spMkLst>
          </pc:spChg>
        </pc:sldLayoutChg>
        <pc:sldLayoutChg chg="modSp">
          <pc:chgData name="Blumengarten, Jake" userId="c9a63929-9140-4e74-9c4a-82977951c6ec" providerId="ADAL" clId="{8E9A526A-7953-D549-A8B4-1C7C81ACBBA9}" dt="2025-05-31T14:22:09.768" v="157"/>
          <pc:sldLayoutMkLst>
            <pc:docMk/>
            <pc:sldMasterMk cId="1645234780" sldId="2147483684"/>
            <pc:sldLayoutMk cId="436639476" sldId="2147483693"/>
          </pc:sldLayoutMkLst>
          <pc:spChg chg="mod">
            <ac:chgData name="Blumengarten, Jake" userId="c9a63929-9140-4e74-9c4a-82977951c6ec" providerId="ADAL" clId="{8E9A526A-7953-D549-A8B4-1C7C81ACBBA9}" dt="2025-05-31T14:22:09.768" v="157"/>
            <ac:spMkLst>
              <pc:docMk/>
              <pc:sldMasterMk cId="1645234780" sldId="2147483684"/>
              <pc:sldLayoutMk cId="436639476" sldId="2147483693"/>
              <ac:spMk id="2" creationId="{00000000-0000-0000-0000-000000000000}"/>
            </ac:spMkLst>
          </pc:spChg>
          <pc:spChg chg="mod">
            <ac:chgData name="Blumengarten, Jake" userId="c9a63929-9140-4e74-9c4a-82977951c6ec" providerId="ADAL" clId="{8E9A526A-7953-D549-A8B4-1C7C81ACBBA9}" dt="2025-05-31T14:22:09.768" v="157"/>
            <ac:spMkLst>
              <pc:docMk/>
              <pc:sldMasterMk cId="1645234780" sldId="2147483684"/>
              <pc:sldLayoutMk cId="436639476" sldId="2147483693"/>
              <ac:spMk id="3" creationId="{00000000-0000-0000-0000-000000000000}"/>
            </ac:spMkLst>
          </pc:spChg>
          <pc:spChg chg="mod">
            <ac:chgData name="Blumengarten, Jake" userId="c9a63929-9140-4e74-9c4a-82977951c6ec" providerId="ADAL" clId="{8E9A526A-7953-D549-A8B4-1C7C81ACBBA9}" dt="2025-05-31T14:22:09.768" v="157"/>
            <ac:spMkLst>
              <pc:docMk/>
              <pc:sldMasterMk cId="1645234780" sldId="2147483684"/>
              <pc:sldLayoutMk cId="436639476" sldId="2147483693"/>
              <ac:spMk id="4" creationId="{00000000-0000-0000-0000-000000000000}"/>
            </ac:spMkLst>
          </pc:spChg>
        </pc:sldLayoutChg>
        <pc:sldLayoutChg chg="modSp">
          <pc:chgData name="Blumengarten, Jake" userId="c9a63929-9140-4e74-9c4a-82977951c6ec" providerId="ADAL" clId="{8E9A526A-7953-D549-A8B4-1C7C81ACBBA9}" dt="2025-05-31T14:22:09.768" v="157"/>
          <pc:sldLayoutMkLst>
            <pc:docMk/>
            <pc:sldMasterMk cId="1645234780" sldId="2147483684"/>
            <pc:sldLayoutMk cId="946387924" sldId="2147483695"/>
          </pc:sldLayoutMkLst>
          <pc:spChg chg="mod">
            <ac:chgData name="Blumengarten, Jake" userId="c9a63929-9140-4e74-9c4a-82977951c6ec" providerId="ADAL" clId="{8E9A526A-7953-D549-A8B4-1C7C81ACBBA9}" dt="2025-05-31T14:22:09.768" v="157"/>
            <ac:spMkLst>
              <pc:docMk/>
              <pc:sldMasterMk cId="1645234780" sldId="2147483684"/>
              <pc:sldLayoutMk cId="946387924" sldId="2147483695"/>
              <ac:spMk id="2" creationId="{00000000-0000-0000-0000-000000000000}"/>
            </ac:spMkLst>
          </pc:spChg>
          <pc:spChg chg="mod">
            <ac:chgData name="Blumengarten, Jake" userId="c9a63929-9140-4e74-9c4a-82977951c6ec" providerId="ADAL" clId="{8E9A526A-7953-D549-A8B4-1C7C81ACBBA9}" dt="2025-05-31T14:22:09.768" v="157"/>
            <ac:spMkLst>
              <pc:docMk/>
              <pc:sldMasterMk cId="1645234780" sldId="2147483684"/>
              <pc:sldLayoutMk cId="946387924" sldId="2147483695"/>
              <ac:spMk id="3" creationId="{00000000-0000-0000-0000-000000000000}"/>
            </ac:spMkLst>
          </pc:spChg>
        </pc:sldLayoutChg>
      </pc:sldMasterChg>
      <pc:sldMasterChg chg="modSp setBg modSldLayout">
        <pc:chgData name="Blumengarten, Jake" userId="c9a63929-9140-4e74-9c4a-82977951c6ec" providerId="ADAL" clId="{8E9A526A-7953-D549-A8B4-1C7C81ACBBA9}" dt="2025-05-31T21:47:39.946" v="1104"/>
        <pc:sldMasterMkLst>
          <pc:docMk/>
          <pc:sldMasterMk cId="1946978908" sldId="2147483696"/>
        </pc:sldMasterMkLst>
        <pc:spChg chg="mod">
          <ac:chgData name="Blumengarten, Jake" userId="c9a63929-9140-4e74-9c4a-82977951c6ec" providerId="ADAL" clId="{8E9A526A-7953-D549-A8B4-1C7C81ACBBA9}" dt="2025-05-31T21:47:39.946" v="1104"/>
          <ac:spMkLst>
            <pc:docMk/>
            <pc:sldMasterMk cId="1946978908" sldId="2147483696"/>
            <ac:spMk id="2" creationId="{00000000-0000-0000-0000-000000000000}"/>
          </ac:spMkLst>
        </pc:spChg>
        <pc:spChg chg="mod">
          <ac:chgData name="Blumengarten, Jake" userId="c9a63929-9140-4e74-9c4a-82977951c6ec" providerId="ADAL" clId="{8E9A526A-7953-D549-A8B4-1C7C81ACBBA9}" dt="2025-05-31T21:47:39.946" v="1104"/>
          <ac:spMkLst>
            <pc:docMk/>
            <pc:sldMasterMk cId="1946978908" sldId="2147483696"/>
            <ac:spMk id="3" creationId="{00000000-0000-0000-0000-000000000000}"/>
          </ac:spMkLst>
        </pc:spChg>
        <pc:spChg chg="mod">
          <ac:chgData name="Blumengarten, Jake" userId="c9a63929-9140-4e74-9c4a-82977951c6ec" providerId="ADAL" clId="{8E9A526A-7953-D549-A8B4-1C7C81ACBBA9}" dt="2025-05-31T21:47:39.946" v="1104"/>
          <ac:spMkLst>
            <pc:docMk/>
            <pc:sldMasterMk cId="1946978908" sldId="2147483696"/>
            <ac:spMk id="4" creationId="{00000000-0000-0000-0000-000000000000}"/>
          </ac:spMkLst>
        </pc:spChg>
        <pc:spChg chg="mod">
          <ac:chgData name="Blumengarten, Jake" userId="c9a63929-9140-4e74-9c4a-82977951c6ec" providerId="ADAL" clId="{8E9A526A-7953-D549-A8B4-1C7C81ACBBA9}" dt="2025-05-31T21:47:39.946" v="1104"/>
          <ac:spMkLst>
            <pc:docMk/>
            <pc:sldMasterMk cId="1946978908" sldId="2147483696"/>
            <ac:spMk id="5" creationId="{00000000-0000-0000-0000-000000000000}"/>
          </ac:spMkLst>
        </pc:spChg>
        <pc:spChg chg="mod">
          <ac:chgData name="Blumengarten, Jake" userId="c9a63929-9140-4e74-9c4a-82977951c6ec" providerId="ADAL" clId="{8E9A526A-7953-D549-A8B4-1C7C81ACBBA9}" dt="2025-05-31T21:47:39.946" v="1104"/>
          <ac:spMkLst>
            <pc:docMk/>
            <pc:sldMasterMk cId="1946978908" sldId="2147483696"/>
            <ac:spMk id="6" creationId="{00000000-0000-0000-0000-000000000000}"/>
          </ac:spMkLst>
        </pc:spChg>
        <pc:sldLayoutChg chg="modSp setBg">
          <pc:chgData name="Blumengarten, Jake" userId="c9a63929-9140-4e74-9c4a-82977951c6ec" providerId="ADAL" clId="{8E9A526A-7953-D549-A8B4-1C7C81ACBBA9}" dt="2025-05-31T21:47:39.946" v="1104"/>
          <pc:sldLayoutMkLst>
            <pc:docMk/>
            <pc:sldMasterMk cId="1946978908" sldId="2147483696"/>
            <pc:sldLayoutMk cId="3357063439" sldId="2147483697"/>
          </pc:sldLayoutMkLst>
          <pc:spChg chg="mod">
            <ac:chgData name="Blumengarten, Jake" userId="c9a63929-9140-4e74-9c4a-82977951c6ec" providerId="ADAL" clId="{8E9A526A-7953-D549-A8B4-1C7C81ACBBA9}" dt="2025-05-31T21:47:39.946" v="1104"/>
            <ac:spMkLst>
              <pc:docMk/>
              <pc:sldMasterMk cId="1946978908" sldId="2147483696"/>
              <pc:sldLayoutMk cId="3357063439" sldId="2147483697"/>
              <ac:spMk id="2" creationId="{00000000-0000-0000-0000-000000000000}"/>
            </ac:spMkLst>
          </pc:spChg>
          <pc:spChg chg="mod">
            <ac:chgData name="Blumengarten, Jake" userId="c9a63929-9140-4e74-9c4a-82977951c6ec" providerId="ADAL" clId="{8E9A526A-7953-D549-A8B4-1C7C81ACBBA9}" dt="2025-05-31T21:47:39.946" v="1104"/>
            <ac:spMkLst>
              <pc:docMk/>
              <pc:sldMasterMk cId="1946978908" sldId="2147483696"/>
              <pc:sldLayoutMk cId="3357063439" sldId="2147483697"/>
              <ac:spMk id="3" creationId="{00000000-0000-0000-0000-000000000000}"/>
            </ac:spMkLst>
          </pc:spChg>
        </pc:sldLayoutChg>
        <pc:sldLayoutChg chg="setBg">
          <pc:chgData name="Blumengarten, Jake" userId="c9a63929-9140-4e74-9c4a-82977951c6ec" providerId="ADAL" clId="{8E9A526A-7953-D549-A8B4-1C7C81ACBBA9}" dt="2025-05-31T21:26:25.344" v="918"/>
          <pc:sldLayoutMkLst>
            <pc:docMk/>
            <pc:sldMasterMk cId="1946978908" sldId="2147483696"/>
            <pc:sldLayoutMk cId="2017250361" sldId="2147483698"/>
          </pc:sldLayoutMkLst>
        </pc:sldLayoutChg>
        <pc:sldLayoutChg chg="modSp setBg">
          <pc:chgData name="Blumengarten, Jake" userId="c9a63929-9140-4e74-9c4a-82977951c6ec" providerId="ADAL" clId="{8E9A526A-7953-D549-A8B4-1C7C81ACBBA9}" dt="2025-05-31T21:47:39.946" v="1104"/>
          <pc:sldLayoutMkLst>
            <pc:docMk/>
            <pc:sldMasterMk cId="1946978908" sldId="2147483696"/>
            <pc:sldLayoutMk cId="3967647613" sldId="2147483699"/>
          </pc:sldLayoutMkLst>
          <pc:spChg chg="mod">
            <ac:chgData name="Blumengarten, Jake" userId="c9a63929-9140-4e74-9c4a-82977951c6ec" providerId="ADAL" clId="{8E9A526A-7953-D549-A8B4-1C7C81ACBBA9}" dt="2025-05-31T21:47:39.946" v="1104"/>
            <ac:spMkLst>
              <pc:docMk/>
              <pc:sldMasterMk cId="1946978908" sldId="2147483696"/>
              <pc:sldLayoutMk cId="3967647613" sldId="2147483699"/>
              <ac:spMk id="2" creationId="{00000000-0000-0000-0000-000000000000}"/>
            </ac:spMkLst>
          </pc:spChg>
          <pc:spChg chg="mod">
            <ac:chgData name="Blumengarten, Jake" userId="c9a63929-9140-4e74-9c4a-82977951c6ec" providerId="ADAL" clId="{8E9A526A-7953-D549-A8B4-1C7C81ACBBA9}" dt="2025-05-31T21:47:39.946" v="1104"/>
            <ac:spMkLst>
              <pc:docMk/>
              <pc:sldMasterMk cId="1946978908" sldId="2147483696"/>
              <pc:sldLayoutMk cId="3967647613" sldId="2147483699"/>
              <ac:spMk id="3" creationId="{00000000-0000-0000-0000-000000000000}"/>
            </ac:spMkLst>
          </pc:spChg>
        </pc:sldLayoutChg>
        <pc:sldLayoutChg chg="modSp setBg">
          <pc:chgData name="Blumengarten, Jake" userId="c9a63929-9140-4e74-9c4a-82977951c6ec" providerId="ADAL" clId="{8E9A526A-7953-D549-A8B4-1C7C81ACBBA9}" dt="2025-05-31T21:47:39.946" v="1104"/>
          <pc:sldLayoutMkLst>
            <pc:docMk/>
            <pc:sldMasterMk cId="1946978908" sldId="2147483696"/>
            <pc:sldLayoutMk cId="1956030532" sldId="2147483700"/>
          </pc:sldLayoutMkLst>
          <pc:spChg chg="mod">
            <ac:chgData name="Blumengarten, Jake" userId="c9a63929-9140-4e74-9c4a-82977951c6ec" providerId="ADAL" clId="{8E9A526A-7953-D549-A8B4-1C7C81ACBBA9}" dt="2025-05-31T21:47:39.946" v="1104"/>
            <ac:spMkLst>
              <pc:docMk/>
              <pc:sldMasterMk cId="1946978908" sldId="2147483696"/>
              <pc:sldLayoutMk cId="1956030532" sldId="2147483700"/>
              <ac:spMk id="3" creationId="{00000000-0000-0000-0000-000000000000}"/>
            </ac:spMkLst>
          </pc:spChg>
          <pc:spChg chg="mod">
            <ac:chgData name="Blumengarten, Jake" userId="c9a63929-9140-4e74-9c4a-82977951c6ec" providerId="ADAL" clId="{8E9A526A-7953-D549-A8B4-1C7C81ACBBA9}" dt="2025-05-31T21:47:39.946" v="1104"/>
            <ac:spMkLst>
              <pc:docMk/>
              <pc:sldMasterMk cId="1946978908" sldId="2147483696"/>
              <pc:sldLayoutMk cId="1956030532" sldId="2147483700"/>
              <ac:spMk id="4" creationId="{00000000-0000-0000-0000-000000000000}"/>
            </ac:spMkLst>
          </pc:spChg>
        </pc:sldLayoutChg>
        <pc:sldLayoutChg chg="modSp setBg">
          <pc:chgData name="Blumengarten, Jake" userId="c9a63929-9140-4e74-9c4a-82977951c6ec" providerId="ADAL" clId="{8E9A526A-7953-D549-A8B4-1C7C81ACBBA9}" dt="2025-05-31T21:47:39.946" v="1104"/>
          <pc:sldLayoutMkLst>
            <pc:docMk/>
            <pc:sldMasterMk cId="1946978908" sldId="2147483696"/>
            <pc:sldLayoutMk cId="3822765564" sldId="2147483701"/>
          </pc:sldLayoutMkLst>
          <pc:spChg chg="mod">
            <ac:chgData name="Blumengarten, Jake" userId="c9a63929-9140-4e74-9c4a-82977951c6ec" providerId="ADAL" clId="{8E9A526A-7953-D549-A8B4-1C7C81ACBBA9}" dt="2025-05-31T21:47:39.946" v="1104"/>
            <ac:spMkLst>
              <pc:docMk/>
              <pc:sldMasterMk cId="1946978908" sldId="2147483696"/>
              <pc:sldLayoutMk cId="3822765564" sldId="2147483701"/>
              <ac:spMk id="2" creationId="{00000000-0000-0000-0000-000000000000}"/>
            </ac:spMkLst>
          </pc:spChg>
          <pc:spChg chg="mod">
            <ac:chgData name="Blumengarten, Jake" userId="c9a63929-9140-4e74-9c4a-82977951c6ec" providerId="ADAL" clId="{8E9A526A-7953-D549-A8B4-1C7C81ACBBA9}" dt="2025-05-31T21:47:39.946" v="1104"/>
            <ac:spMkLst>
              <pc:docMk/>
              <pc:sldMasterMk cId="1946978908" sldId="2147483696"/>
              <pc:sldLayoutMk cId="3822765564" sldId="2147483701"/>
              <ac:spMk id="3" creationId="{00000000-0000-0000-0000-000000000000}"/>
            </ac:spMkLst>
          </pc:spChg>
          <pc:spChg chg="mod">
            <ac:chgData name="Blumengarten, Jake" userId="c9a63929-9140-4e74-9c4a-82977951c6ec" providerId="ADAL" clId="{8E9A526A-7953-D549-A8B4-1C7C81ACBBA9}" dt="2025-05-31T21:47:39.946" v="1104"/>
            <ac:spMkLst>
              <pc:docMk/>
              <pc:sldMasterMk cId="1946978908" sldId="2147483696"/>
              <pc:sldLayoutMk cId="3822765564" sldId="2147483701"/>
              <ac:spMk id="4" creationId="{00000000-0000-0000-0000-000000000000}"/>
            </ac:spMkLst>
          </pc:spChg>
          <pc:spChg chg="mod">
            <ac:chgData name="Blumengarten, Jake" userId="c9a63929-9140-4e74-9c4a-82977951c6ec" providerId="ADAL" clId="{8E9A526A-7953-D549-A8B4-1C7C81ACBBA9}" dt="2025-05-31T21:47:39.946" v="1104"/>
            <ac:spMkLst>
              <pc:docMk/>
              <pc:sldMasterMk cId="1946978908" sldId="2147483696"/>
              <pc:sldLayoutMk cId="3822765564" sldId="2147483701"/>
              <ac:spMk id="5" creationId="{00000000-0000-0000-0000-000000000000}"/>
            </ac:spMkLst>
          </pc:spChg>
          <pc:spChg chg="mod">
            <ac:chgData name="Blumengarten, Jake" userId="c9a63929-9140-4e74-9c4a-82977951c6ec" providerId="ADAL" clId="{8E9A526A-7953-D549-A8B4-1C7C81ACBBA9}" dt="2025-05-31T21:47:39.946" v="1104"/>
            <ac:spMkLst>
              <pc:docMk/>
              <pc:sldMasterMk cId="1946978908" sldId="2147483696"/>
              <pc:sldLayoutMk cId="3822765564" sldId="2147483701"/>
              <ac:spMk id="6" creationId="{00000000-0000-0000-0000-000000000000}"/>
            </ac:spMkLst>
          </pc:spChg>
        </pc:sldLayoutChg>
        <pc:sldLayoutChg chg="setBg">
          <pc:chgData name="Blumengarten, Jake" userId="c9a63929-9140-4e74-9c4a-82977951c6ec" providerId="ADAL" clId="{8E9A526A-7953-D549-A8B4-1C7C81ACBBA9}" dt="2025-05-31T21:26:25.344" v="918"/>
          <pc:sldLayoutMkLst>
            <pc:docMk/>
            <pc:sldMasterMk cId="1946978908" sldId="2147483696"/>
            <pc:sldLayoutMk cId="65731905" sldId="2147483702"/>
          </pc:sldLayoutMkLst>
        </pc:sldLayoutChg>
        <pc:sldLayoutChg chg="setBg">
          <pc:chgData name="Blumengarten, Jake" userId="c9a63929-9140-4e74-9c4a-82977951c6ec" providerId="ADAL" clId="{8E9A526A-7953-D549-A8B4-1C7C81ACBBA9}" dt="2025-05-31T21:26:25.344" v="918"/>
          <pc:sldLayoutMkLst>
            <pc:docMk/>
            <pc:sldMasterMk cId="1946978908" sldId="2147483696"/>
            <pc:sldLayoutMk cId="479994685" sldId="2147483703"/>
          </pc:sldLayoutMkLst>
        </pc:sldLayoutChg>
        <pc:sldLayoutChg chg="modSp setBg">
          <pc:chgData name="Blumengarten, Jake" userId="c9a63929-9140-4e74-9c4a-82977951c6ec" providerId="ADAL" clId="{8E9A526A-7953-D549-A8B4-1C7C81ACBBA9}" dt="2025-05-31T21:47:39.946" v="1104"/>
          <pc:sldLayoutMkLst>
            <pc:docMk/>
            <pc:sldMasterMk cId="1946978908" sldId="2147483696"/>
            <pc:sldLayoutMk cId="1739733561" sldId="2147483704"/>
          </pc:sldLayoutMkLst>
          <pc:spChg chg="mod">
            <ac:chgData name="Blumengarten, Jake" userId="c9a63929-9140-4e74-9c4a-82977951c6ec" providerId="ADAL" clId="{8E9A526A-7953-D549-A8B4-1C7C81ACBBA9}" dt="2025-05-31T21:47:39.946" v="1104"/>
            <ac:spMkLst>
              <pc:docMk/>
              <pc:sldMasterMk cId="1946978908" sldId="2147483696"/>
              <pc:sldLayoutMk cId="1739733561" sldId="2147483704"/>
              <ac:spMk id="2" creationId="{00000000-0000-0000-0000-000000000000}"/>
            </ac:spMkLst>
          </pc:spChg>
          <pc:spChg chg="mod">
            <ac:chgData name="Blumengarten, Jake" userId="c9a63929-9140-4e74-9c4a-82977951c6ec" providerId="ADAL" clId="{8E9A526A-7953-D549-A8B4-1C7C81ACBBA9}" dt="2025-05-31T21:47:39.946" v="1104"/>
            <ac:spMkLst>
              <pc:docMk/>
              <pc:sldMasterMk cId="1946978908" sldId="2147483696"/>
              <pc:sldLayoutMk cId="1739733561" sldId="2147483704"/>
              <ac:spMk id="3" creationId="{00000000-0000-0000-0000-000000000000}"/>
            </ac:spMkLst>
          </pc:spChg>
          <pc:spChg chg="mod">
            <ac:chgData name="Blumengarten, Jake" userId="c9a63929-9140-4e74-9c4a-82977951c6ec" providerId="ADAL" clId="{8E9A526A-7953-D549-A8B4-1C7C81ACBBA9}" dt="2025-05-31T21:47:39.946" v="1104"/>
            <ac:spMkLst>
              <pc:docMk/>
              <pc:sldMasterMk cId="1946978908" sldId="2147483696"/>
              <pc:sldLayoutMk cId="1739733561" sldId="2147483704"/>
              <ac:spMk id="4" creationId="{00000000-0000-0000-0000-000000000000}"/>
            </ac:spMkLst>
          </pc:spChg>
        </pc:sldLayoutChg>
        <pc:sldLayoutChg chg="modSp setBg">
          <pc:chgData name="Blumengarten, Jake" userId="c9a63929-9140-4e74-9c4a-82977951c6ec" providerId="ADAL" clId="{8E9A526A-7953-D549-A8B4-1C7C81ACBBA9}" dt="2025-05-31T21:47:39.946" v="1104"/>
          <pc:sldLayoutMkLst>
            <pc:docMk/>
            <pc:sldMasterMk cId="1946978908" sldId="2147483696"/>
            <pc:sldLayoutMk cId="1813556703" sldId="2147483705"/>
          </pc:sldLayoutMkLst>
          <pc:spChg chg="mod">
            <ac:chgData name="Blumengarten, Jake" userId="c9a63929-9140-4e74-9c4a-82977951c6ec" providerId="ADAL" clId="{8E9A526A-7953-D549-A8B4-1C7C81ACBBA9}" dt="2025-05-31T21:47:39.946" v="1104"/>
            <ac:spMkLst>
              <pc:docMk/>
              <pc:sldMasterMk cId="1946978908" sldId="2147483696"/>
              <pc:sldLayoutMk cId="1813556703" sldId="2147483705"/>
              <ac:spMk id="2" creationId="{00000000-0000-0000-0000-000000000000}"/>
            </ac:spMkLst>
          </pc:spChg>
          <pc:spChg chg="mod">
            <ac:chgData name="Blumengarten, Jake" userId="c9a63929-9140-4e74-9c4a-82977951c6ec" providerId="ADAL" clId="{8E9A526A-7953-D549-A8B4-1C7C81ACBBA9}" dt="2025-05-31T21:47:39.946" v="1104"/>
            <ac:spMkLst>
              <pc:docMk/>
              <pc:sldMasterMk cId="1946978908" sldId="2147483696"/>
              <pc:sldLayoutMk cId="1813556703" sldId="2147483705"/>
              <ac:spMk id="3" creationId="{00000000-0000-0000-0000-000000000000}"/>
            </ac:spMkLst>
          </pc:spChg>
          <pc:spChg chg="mod">
            <ac:chgData name="Blumengarten, Jake" userId="c9a63929-9140-4e74-9c4a-82977951c6ec" providerId="ADAL" clId="{8E9A526A-7953-D549-A8B4-1C7C81ACBBA9}" dt="2025-05-31T21:47:39.946" v="1104"/>
            <ac:spMkLst>
              <pc:docMk/>
              <pc:sldMasterMk cId="1946978908" sldId="2147483696"/>
              <pc:sldLayoutMk cId="1813556703" sldId="2147483705"/>
              <ac:spMk id="4" creationId="{00000000-0000-0000-0000-000000000000}"/>
            </ac:spMkLst>
          </pc:spChg>
        </pc:sldLayoutChg>
        <pc:sldLayoutChg chg="setBg">
          <pc:chgData name="Blumengarten, Jake" userId="c9a63929-9140-4e74-9c4a-82977951c6ec" providerId="ADAL" clId="{8E9A526A-7953-D549-A8B4-1C7C81ACBBA9}" dt="2025-05-31T21:26:25.344" v="918"/>
          <pc:sldLayoutMkLst>
            <pc:docMk/>
            <pc:sldMasterMk cId="1946978908" sldId="2147483696"/>
            <pc:sldLayoutMk cId="2250142384" sldId="2147483706"/>
          </pc:sldLayoutMkLst>
        </pc:sldLayoutChg>
        <pc:sldLayoutChg chg="modSp setBg">
          <pc:chgData name="Blumengarten, Jake" userId="c9a63929-9140-4e74-9c4a-82977951c6ec" providerId="ADAL" clId="{8E9A526A-7953-D549-A8B4-1C7C81ACBBA9}" dt="2025-05-31T21:47:39.946" v="1104"/>
          <pc:sldLayoutMkLst>
            <pc:docMk/>
            <pc:sldMasterMk cId="1946978908" sldId="2147483696"/>
            <pc:sldLayoutMk cId="226828623" sldId="2147483707"/>
          </pc:sldLayoutMkLst>
          <pc:spChg chg="mod">
            <ac:chgData name="Blumengarten, Jake" userId="c9a63929-9140-4e74-9c4a-82977951c6ec" providerId="ADAL" clId="{8E9A526A-7953-D549-A8B4-1C7C81ACBBA9}" dt="2025-05-31T21:47:39.946" v="1104"/>
            <ac:spMkLst>
              <pc:docMk/>
              <pc:sldMasterMk cId="1946978908" sldId="2147483696"/>
              <pc:sldLayoutMk cId="226828623" sldId="2147483707"/>
              <ac:spMk id="2" creationId="{00000000-0000-0000-0000-000000000000}"/>
            </ac:spMkLst>
          </pc:spChg>
          <pc:spChg chg="mod">
            <ac:chgData name="Blumengarten, Jake" userId="c9a63929-9140-4e74-9c4a-82977951c6ec" providerId="ADAL" clId="{8E9A526A-7953-D549-A8B4-1C7C81ACBBA9}" dt="2025-05-31T21:47:39.946" v="1104"/>
            <ac:spMkLst>
              <pc:docMk/>
              <pc:sldMasterMk cId="1946978908" sldId="2147483696"/>
              <pc:sldLayoutMk cId="226828623" sldId="2147483707"/>
              <ac:spMk id="3" creationId="{00000000-0000-0000-0000-000000000000}"/>
            </ac:spMkLst>
          </pc:spChg>
        </pc:sldLayoutChg>
      </pc:sldMasterChg>
      <pc:sldMasterChg chg="setBg modSldLayout">
        <pc:chgData name="Blumengarten, Jake" userId="c9a63929-9140-4e74-9c4a-82977951c6ec" providerId="ADAL" clId="{8E9A526A-7953-D549-A8B4-1C7C81ACBBA9}" dt="2025-05-31T21:59:27.388" v="1800"/>
        <pc:sldMasterMkLst>
          <pc:docMk/>
          <pc:sldMasterMk cId="1862048162" sldId="2147483708"/>
        </pc:sldMasterMkLst>
        <pc:sldLayoutChg chg="setBg">
          <pc:chgData name="Blumengarten, Jake" userId="c9a63929-9140-4e74-9c4a-82977951c6ec" providerId="ADAL" clId="{8E9A526A-7953-D549-A8B4-1C7C81ACBBA9}" dt="2025-05-31T21:59:27.388" v="1800"/>
          <pc:sldLayoutMkLst>
            <pc:docMk/>
            <pc:sldMasterMk cId="1862048162" sldId="2147483708"/>
            <pc:sldLayoutMk cId="226983847" sldId="2147483709"/>
          </pc:sldLayoutMkLst>
        </pc:sldLayoutChg>
        <pc:sldLayoutChg chg="setBg">
          <pc:chgData name="Blumengarten, Jake" userId="c9a63929-9140-4e74-9c4a-82977951c6ec" providerId="ADAL" clId="{8E9A526A-7953-D549-A8B4-1C7C81ACBBA9}" dt="2025-05-31T21:59:27.388" v="1800"/>
          <pc:sldLayoutMkLst>
            <pc:docMk/>
            <pc:sldMasterMk cId="1862048162" sldId="2147483708"/>
            <pc:sldLayoutMk cId="2209115721" sldId="2147483710"/>
          </pc:sldLayoutMkLst>
        </pc:sldLayoutChg>
        <pc:sldLayoutChg chg="setBg">
          <pc:chgData name="Blumengarten, Jake" userId="c9a63929-9140-4e74-9c4a-82977951c6ec" providerId="ADAL" clId="{8E9A526A-7953-D549-A8B4-1C7C81ACBBA9}" dt="2025-05-31T21:59:27.388" v="1800"/>
          <pc:sldLayoutMkLst>
            <pc:docMk/>
            <pc:sldMasterMk cId="1862048162" sldId="2147483708"/>
            <pc:sldLayoutMk cId="2183006893" sldId="2147483711"/>
          </pc:sldLayoutMkLst>
        </pc:sldLayoutChg>
        <pc:sldLayoutChg chg="setBg">
          <pc:chgData name="Blumengarten, Jake" userId="c9a63929-9140-4e74-9c4a-82977951c6ec" providerId="ADAL" clId="{8E9A526A-7953-D549-A8B4-1C7C81ACBBA9}" dt="2025-05-31T21:59:27.388" v="1800"/>
          <pc:sldLayoutMkLst>
            <pc:docMk/>
            <pc:sldMasterMk cId="1862048162" sldId="2147483708"/>
            <pc:sldLayoutMk cId="1521677472" sldId="2147483712"/>
          </pc:sldLayoutMkLst>
        </pc:sldLayoutChg>
        <pc:sldLayoutChg chg="setBg">
          <pc:chgData name="Blumengarten, Jake" userId="c9a63929-9140-4e74-9c4a-82977951c6ec" providerId="ADAL" clId="{8E9A526A-7953-D549-A8B4-1C7C81ACBBA9}" dt="2025-05-31T21:59:27.388" v="1800"/>
          <pc:sldLayoutMkLst>
            <pc:docMk/>
            <pc:sldMasterMk cId="1862048162" sldId="2147483708"/>
            <pc:sldLayoutMk cId="3768561521" sldId="2147483713"/>
          </pc:sldLayoutMkLst>
        </pc:sldLayoutChg>
        <pc:sldLayoutChg chg="setBg">
          <pc:chgData name="Blumengarten, Jake" userId="c9a63929-9140-4e74-9c4a-82977951c6ec" providerId="ADAL" clId="{8E9A526A-7953-D549-A8B4-1C7C81ACBBA9}" dt="2025-05-31T21:59:27.388" v="1800"/>
          <pc:sldLayoutMkLst>
            <pc:docMk/>
            <pc:sldMasterMk cId="1862048162" sldId="2147483708"/>
            <pc:sldLayoutMk cId="438200611" sldId="2147483714"/>
          </pc:sldLayoutMkLst>
        </pc:sldLayoutChg>
        <pc:sldLayoutChg chg="setBg">
          <pc:chgData name="Blumengarten, Jake" userId="c9a63929-9140-4e74-9c4a-82977951c6ec" providerId="ADAL" clId="{8E9A526A-7953-D549-A8B4-1C7C81ACBBA9}" dt="2025-05-31T21:59:27.388" v="1800"/>
          <pc:sldLayoutMkLst>
            <pc:docMk/>
            <pc:sldMasterMk cId="1862048162" sldId="2147483708"/>
            <pc:sldLayoutMk cId="2666240214" sldId="2147483715"/>
          </pc:sldLayoutMkLst>
        </pc:sldLayoutChg>
        <pc:sldLayoutChg chg="setBg">
          <pc:chgData name="Blumengarten, Jake" userId="c9a63929-9140-4e74-9c4a-82977951c6ec" providerId="ADAL" clId="{8E9A526A-7953-D549-A8B4-1C7C81ACBBA9}" dt="2025-05-31T21:59:27.388" v="1800"/>
          <pc:sldLayoutMkLst>
            <pc:docMk/>
            <pc:sldMasterMk cId="1862048162" sldId="2147483708"/>
            <pc:sldLayoutMk cId="3715566004" sldId="2147483716"/>
          </pc:sldLayoutMkLst>
        </pc:sldLayoutChg>
        <pc:sldLayoutChg chg="setBg">
          <pc:chgData name="Blumengarten, Jake" userId="c9a63929-9140-4e74-9c4a-82977951c6ec" providerId="ADAL" clId="{8E9A526A-7953-D549-A8B4-1C7C81ACBBA9}" dt="2025-05-31T21:59:27.388" v="1800"/>
          <pc:sldLayoutMkLst>
            <pc:docMk/>
            <pc:sldMasterMk cId="1862048162" sldId="2147483708"/>
            <pc:sldLayoutMk cId="703318350" sldId="2147483717"/>
          </pc:sldLayoutMkLst>
        </pc:sldLayoutChg>
        <pc:sldLayoutChg chg="setBg">
          <pc:chgData name="Blumengarten, Jake" userId="c9a63929-9140-4e74-9c4a-82977951c6ec" providerId="ADAL" clId="{8E9A526A-7953-D549-A8B4-1C7C81ACBBA9}" dt="2025-05-31T21:59:27.388" v="1800"/>
          <pc:sldLayoutMkLst>
            <pc:docMk/>
            <pc:sldMasterMk cId="1862048162" sldId="2147483708"/>
            <pc:sldLayoutMk cId="1008249134" sldId="2147483718"/>
          </pc:sldLayoutMkLst>
        </pc:sldLayoutChg>
        <pc:sldLayoutChg chg="setBg">
          <pc:chgData name="Blumengarten, Jake" userId="c9a63929-9140-4e74-9c4a-82977951c6ec" providerId="ADAL" clId="{8E9A526A-7953-D549-A8B4-1C7C81ACBBA9}" dt="2025-05-31T21:59:27.388" v="1800"/>
          <pc:sldLayoutMkLst>
            <pc:docMk/>
            <pc:sldMasterMk cId="1862048162" sldId="2147483708"/>
            <pc:sldLayoutMk cId="4043393381" sldId="214748371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002897-D548-A347-84A1-C1C9183B2538}" type="datetimeFigureOut">
              <a:rPr lang="en-US" smtClean="0"/>
              <a:t>5/31/25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57E959-5FC1-F94C-BA4E-DB52CC06D0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731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38834" rtl="0" eaLnBrk="1" latinLnBrk="0" hangingPunct="1">
      <a:defRPr sz="576" kern="1200">
        <a:solidFill>
          <a:schemeClr val="tx1"/>
        </a:solidFill>
        <a:latin typeface="+mn-lt"/>
        <a:ea typeface="+mn-ea"/>
        <a:cs typeface="+mn-cs"/>
      </a:defRPr>
    </a:lvl1pPr>
    <a:lvl2pPr marL="219417" algn="l" defTabSz="438834" rtl="0" eaLnBrk="1" latinLnBrk="0" hangingPunct="1">
      <a:defRPr sz="576" kern="1200">
        <a:solidFill>
          <a:schemeClr val="tx1"/>
        </a:solidFill>
        <a:latin typeface="+mn-lt"/>
        <a:ea typeface="+mn-ea"/>
        <a:cs typeface="+mn-cs"/>
      </a:defRPr>
    </a:lvl2pPr>
    <a:lvl3pPr marL="438834" algn="l" defTabSz="438834" rtl="0" eaLnBrk="1" latinLnBrk="0" hangingPunct="1">
      <a:defRPr sz="576" kern="1200">
        <a:solidFill>
          <a:schemeClr val="tx1"/>
        </a:solidFill>
        <a:latin typeface="+mn-lt"/>
        <a:ea typeface="+mn-ea"/>
        <a:cs typeface="+mn-cs"/>
      </a:defRPr>
    </a:lvl3pPr>
    <a:lvl4pPr marL="658252" algn="l" defTabSz="438834" rtl="0" eaLnBrk="1" latinLnBrk="0" hangingPunct="1">
      <a:defRPr sz="576" kern="1200">
        <a:solidFill>
          <a:schemeClr val="tx1"/>
        </a:solidFill>
        <a:latin typeface="+mn-lt"/>
        <a:ea typeface="+mn-ea"/>
        <a:cs typeface="+mn-cs"/>
      </a:defRPr>
    </a:lvl4pPr>
    <a:lvl5pPr marL="877669" algn="l" defTabSz="438834" rtl="0" eaLnBrk="1" latinLnBrk="0" hangingPunct="1">
      <a:defRPr sz="576" kern="1200">
        <a:solidFill>
          <a:schemeClr val="tx1"/>
        </a:solidFill>
        <a:latin typeface="+mn-lt"/>
        <a:ea typeface="+mn-ea"/>
        <a:cs typeface="+mn-cs"/>
      </a:defRPr>
    </a:lvl5pPr>
    <a:lvl6pPr marL="1097087" algn="l" defTabSz="438834" rtl="0" eaLnBrk="1" latinLnBrk="0" hangingPunct="1">
      <a:defRPr sz="576" kern="1200">
        <a:solidFill>
          <a:schemeClr val="tx1"/>
        </a:solidFill>
        <a:latin typeface="+mn-lt"/>
        <a:ea typeface="+mn-ea"/>
        <a:cs typeface="+mn-cs"/>
      </a:defRPr>
    </a:lvl6pPr>
    <a:lvl7pPr marL="1316504" algn="l" defTabSz="438834" rtl="0" eaLnBrk="1" latinLnBrk="0" hangingPunct="1">
      <a:defRPr sz="576" kern="1200">
        <a:solidFill>
          <a:schemeClr val="tx1"/>
        </a:solidFill>
        <a:latin typeface="+mn-lt"/>
        <a:ea typeface="+mn-ea"/>
        <a:cs typeface="+mn-cs"/>
      </a:defRPr>
    </a:lvl7pPr>
    <a:lvl8pPr marL="1535922" algn="l" defTabSz="438834" rtl="0" eaLnBrk="1" latinLnBrk="0" hangingPunct="1">
      <a:defRPr sz="576" kern="1200">
        <a:solidFill>
          <a:schemeClr val="tx1"/>
        </a:solidFill>
        <a:latin typeface="+mn-lt"/>
        <a:ea typeface="+mn-ea"/>
        <a:cs typeface="+mn-cs"/>
      </a:defRPr>
    </a:lvl8pPr>
    <a:lvl9pPr marL="1755340" algn="l" defTabSz="438834" rtl="0" eaLnBrk="1" latinLnBrk="0" hangingPunct="1">
      <a:defRPr sz="5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57E959-5FC1-F94C-BA4E-DB52CC06D00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7517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57E959-5FC1-F94C-BA4E-DB52CC06D00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007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6159C-1132-4495-99FF-AEFB52E0E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352C42-5196-0294-8487-38AC4A9A41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F9A9F6-E505-70B8-85CC-F148142451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D64EC3-9842-8C7A-93C6-B2730830BA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57E959-5FC1-F94C-BA4E-DB52CC06D00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8529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50B6C-331D-3DD0-0AA8-93965761C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D14323-6815-3385-BF64-F8231D9A55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463AD1-BE3B-2D02-9912-DF404D4FFB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66423-3964-FABE-EE27-D80B2DD9C1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57E959-5FC1-F94C-BA4E-DB52CC06D00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763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6400" y="299297"/>
            <a:ext cx="2438400" cy="636693"/>
          </a:xfrm>
        </p:spPr>
        <p:txBody>
          <a:bodyPr anchor="b"/>
          <a:lstStyle>
            <a:lvl1pPr algn="ctr"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6400" y="960543"/>
            <a:ext cx="2438400" cy="441537"/>
          </a:xfrm>
        </p:spPr>
        <p:txBody>
          <a:bodyPr/>
          <a:lstStyle>
            <a:lvl1pPr marL="0" indent="0" algn="ctr">
              <a:buNone/>
              <a:defRPr sz="640"/>
            </a:lvl1pPr>
            <a:lvl2pPr marL="121935" indent="0" algn="ctr">
              <a:buNone/>
              <a:defRPr sz="533"/>
            </a:lvl2pPr>
            <a:lvl3pPr marL="243870" indent="0" algn="ctr">
              <a:buNone/>
              <a:defRPr sz="480"/>
            </a:lvl3pPr>
            <a:lvl4pPr marL="365806" indent="0" algn="ctr">
              <a:buNone/>
              <a:defRPr sz="427"/>
            </a:lvl4pPr>
            <a:lvl5pPr marL="487741" indent="0" algn="ctr">
              <a:buNone/>
              <a:defRPr sz="427"/>
            </a:lvl5pPr>
            <a:lvl6pPr marL="609676" indent="0" algn="ctr">
              <a:buNone/>
              <a:defRPr sz="427"/>
            </a:lvl6pPr>
            <a:lvl7pPr marL="731611" indent="0" algn="ctr">
              <a:buNone/>
              <a:defRPr sz="427"/>
            </a:lvl7pPr>
            <a:lvl8pPr marL="853547" indent="0" algn="ctr">
              <a:buNone/>
              <a:defRPr sz="427"/>
            </a:lvl8pPr>
            <a:lvl9pPr marL="975482" indent="0" algn="ctr">
              <a:buNone/>
              <a:defRPr sz="42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35B2D-980F-584D-AEB4-443504D38B85}" type="datetimeFigureOut">
              <a:rPr lang="en-US" smtClean="0"/>
              <a:t>5/31/25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B2413-01AD-A244-98FA-3C0A3AF9E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83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35B2D-980F-584D-AEB4-443504D38B85}" type="datetimeFigureOut">
              <a:rPr lang="en-US" smtClean="0"/>
              <a:t>5/31/25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B2413-01AD-A244-98FA-3C0A3AF9E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115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827" y="455930"/>
            <a:ext cx="2804160" cy="76073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827" y="1223857"/>
            <a:ext cx="2804160" cy="400050"/>
          </a:xfrm>
        </p:spPr>
        <p:txBody>
          <a:bodyPr/>
          <a:lstStyle>
            <a:lvl1pPr marL="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1pPr>
            <a:lvl2pPr marL="121935" indent="0">
              <a:buNone/>
              <a:defRPr sz="533">
                <a:solidFill>
                  <a:schemeClr val="tx1">
                    <a:tint val="82000"/>
                  </a:schemeClr>
                </a:solidFill>
              </a:defRPr>
            </a:lvl2pPr>
            <a:lvl3pPr marL="24387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3pPr>
            <a:lvl4pPr marL="365806" indent="0">
              <a:buNone/>
              <a:defRPr sz="427">
                <a:solidFill>
                  <a:schemeClr val="tx1">
                    <a:tint val="82000"/>
                  </a:schemeClr>
                </a:solidFill>
              </a:defRPr>
            </a:lvl4pPr>
            <a:lvl5pPr marL="487741" indent="0">
              <a:buNone/>
              <a:defRPr sz="427">
                <a:solidFill>
                  <a:schemeClr val="tx1">
                    <a:tint val="82000"/>
                  </a:schemeClr>
                </a:solidFill>
              </a:defRPr>
            </a:lvl5pPr>
            <a:lvl6pPr marL="609676" indent="0">
              <a:buNone/>
              <a:defRPr sz="427">
                <a:solidFill>
                  <a:schemeClr val="tx1">
                    <a:tint val="82000"/>
                  </a:schemeClr>
                </a:solidFill>
              </a:defRPr>
            </a:lvl6pPr>
            <a:lvl7pPr marL="731611" indent="0">
              <a:buNone/>
              <a:defRPr sz="427">
                <a:solidFill>
                  <a:schemeClr val="tx1">
                    <a:tint val="82000"/>
                  </a:schemeClr>
                </a:solidFill>
              </a:defRPr>
            </a:lvl7pPr>
            <a:lvl8pPr marL="853547" indent="0">
              <a:buNone/>
              <a:defRPr sz="427">
                <a:solidFill>
                  <a:schemeClr val="tx1">
                    <a:tint val="82000"/>
                  </a:schemeClr>
                </a:solidFill>
              </a:defRPr>
            </a:lvl8pPr>
            <a:lvl9pPr marL="975482" indent="0">
              <a:buNone/>
              <a:defRPr sz="42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35B2D-980F-584D-AEB4-443504D38B85}" type="datetimeFigureOut">
              <a:rPr lang="en-US" smtClean="0"/>
              <a:t>5/31/25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B2413-01AD-A244-98FA-3C0A3AF9E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006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3520" y="486833"/>
            <a:ext cx="1381760" cy="116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920" y="486833"/>
            <a:ext cx="1381760" cy="116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35B2D-980F-584D-AEB4-443504D38B85}" type="datetimeFigureOut">
              <a:rPr lang="en-US" smtClean="0"/>
              <a:t>5/31/25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B2413-01AD-A244-98FA-3C0A3AF9E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677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943" y="97367"/>
            <a:ext cx="2804160" cy="35348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944" y="448310"/>
            <a:ext cx="1375410" cy="219710"/>
          </a:xfrm>
        </p:spPr>
        <p:txBody>
          <a:bodyPr anchor="b"/>
          <a:lstStyle>
            <a:lvl1pPr marL="0" indent="0">
              <a:buNone/>
              <a:defRPr sz="640" b="1"/>
            </a:lvl1pPr>
            <a:lvl2pPr marL="121935" indent="0">
              <a:buNone/>
              <a:defRPr sz="533" b="1"/>
            </a:lvl2pPr>
            <a:lvl3pPr marL="243870" indent="0">
              <a:buNone/>
              <a:defRPr sz="480" b="1"/>
            </a:lvl3pPr>
            <a:lvl4pPr marL="365806" indent="0">
              <a:buNone/>
              <a:defRPr sz="427" b="1"/>
            </a:lvl4pPr>
            <a:lvl5pPr marL="487741" indent="0">
              <a:buNone/>
              <a:defRPr sz="427" b="1"/>
            </a:lvl5pPr>
            <a:lvl6pPr marL="609676" indent="0">
              <a:buNone/>
              <a:defRPr sz="427" b="1"/>
            </a:lvl6pPr>
            <a:lvl7pPr marL="731611" indent="0">
              <a:buNone/>
              <a:defRPr sz="427" b="1"/>
            </a:lvl7pPr>
            <a:lvl8pPr marL="853547" indent="0">
              <a:buNone/>
              <a:defRPr sz="427" b="1"/>
            </a:lvl8pPr>
            <a:lvl9pPr marL="975482" indent="0">
              <a:buNone/>
              <a:defRPr sz="42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944" y="668020"/>
            <a:ext cx="1375410" cy="9825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5920" y="448310"/>
            <a:ext cx="1382183" cy="219710"/>
          </a:xfrm>
        </p:spPr>
        <p:txBody>
          <a:bodyPr anchor="b"/>
          <a:lstStyle>
            <a:lvl1pPr marL="0" indent="0">
              <a:buNone/>
              <a:defRPr sz="640" b="1"/>
            </a:lvl1pPr>
            <a:lvl2pPr marL="121935" indent="0">
              <a:buNone/>
              <a:defRPr sz="533" b="1"/>
            </a:lvl2pPr>
            <a:lvl3pPr marL="243870" indent="0">
              <a:buNone/>
              <a:defRPr sz="480" b="1"/>
            </a:lvl3pPr>
            <a:lvl4pPr marL="365806" indent="0">
              <a:buNone/>
              <a:defRPr sz="427" b="1"/>
            </a:lvl4pPr>
            <a:lvl5pPr marL="487741" indent="0">
              <a:buNone/>
              <a:defRPr sz="427" b="1"/>
            </a:lvl5pPr>
            <a:lvl6pPr marL="609676" indent="0">
              <a:buNone/>
              <a:defRPr sz="427" b="1"/>
            </a:lvl6pPr>
            <a:lvl7pPr marL="731611" indent="0">
              <a:buNone/>
              <a:defRPr sz="427" b="1"/>
            </a:lvl7pPr>
            <a:lvl8pPr marL="853547" indent="0">
              <a:buNone/>
              <a:defRPr sz="427" b="1"/>
            </a:lvl8pPr>
            <a:lvl9pPr marL="975482" indent="0">
              <a:buNone/>
              <a:defRPr sz="42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5920" y="668020"/>
            <a:ext cx="1382183" cy="9825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35B2D-980F-584D-AEB4-443504D38B85}" type="datetimeFigureOut">
              <a:rPr lang="en-US" smtClean="0"/>
              <a:t>5/31/25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B2413-01AD-A244-98FA-3C0A3AF9E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561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35B2D-980F-584D-AEB4-443504D38B85}" type="datetimeFigureOut">
              <a:rPr lang="en-US" smtClean="0"/>
              <a:t>5/31/25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B2413-01AD-A244-98FA-3C0A3AF9E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200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35B2D-980F-584D-AEB4-443504D38B85}" type="datetimeFigureOut">
              <a:rPr lang="en-US" smtClean="0"/>
              <a:t>5/31/25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B2413-01AD-A244-98FA-3C0A3AF9E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240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943" y="121920"/>
            <a:ext cx="1048597" cy="426720"/>
          </a:xfrm>
        </p:spPr>
        <p:txBody>
          <a:bodyPr anchor="b"/>
          <a:lstStyle>
            <a:lvl1pPr>
              <a:defRPr sz="85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2183" y="263314"/>
            <a:ext cx="1645920" cy="1299633"/>
          </a:xfrm>
        </p:spPr>
        <p:txBody>
          <a:bodyPr/>
          <a:lstStyle>
            <a:lvl1pPr>
              <a:defRPr sz="853"/>
            </a:lvl1pPr>
            <a:lvl2pPr>
              <a:defRPr sz="747"/>
            </a:lvl2pPr>
            <a:lvl3pPr>
              <a:defRPr sz="640"/>
            </a:lvl3pPr>
            <a:lvl4pPr>
              <a:defRPr sz="533"/>
            </a:lvl4pPr>
            <a:lvl5pPr>
              <a:defRPr sz="533"/>
            </a:lvl5pPr>
            <a:lvl6pPr>
              <a:defRPr sz="533"/>
            </a:lvl6pPr>
            <a:lvl7pPr>
              <a:defRPr sz="533"/>
            </a:lvl7pPr>
            <a:lvl8pPr>
              <a:defRPr sz="533"/>
            </a:lvl8pPr>
            <a:lvl9pPr>
              <a:defRPr sz="5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943" y="548640"/>
            <a:ext cx="1048597" cy="1016423"/>
          </a:xfrm>
        </p:spPr>
        <p:txBody>
          <a:bodyPr/>
          <a:lstStyle>
            <a:lvl1pPr marL="0" indent="0">
              <a:buNone/>
              <a:defRPr sz="427"/>
            </a:lvl1pPr>
            <a:lvl2pPr marL="121935" indent="0">
              <a:buNone/>
              <a:defRPr sz="373"/>
            </a:lvl2pPr>
            <a:lvl3pPr marL="243870" indent="0">
              <a:buNone/>
              <a:defRPr sz="320"/>
            </a:lvl3pPr>
            <a:lvl4pPr marL="365806" indent="0">
              <a:buNone/>
              <a:defRPr sz="267"/>
            </a:lvl4pPr>
            <a:lvl5pPr marL="487741" indent="0">
              <a:buNone/>
              <a:defRPr sz="267"/>
            </a:lvl5pPr>
            <a:lvl6pPr marL="609676" indent="0">
              <a:buNone/>
              <a:defRPr sz="267"/>
            </a:lvl6pPr>
            <a:lvl7pPr marL="731611" indent="0">
              <a:buNone/>
              <a:defRPr sz="267"/>
            </a:lvl7pPr>
            <a:lvl8pPr marL="853547" indent="0">
              <a:buNone/>
              <a:defRPr sz="267"/>
            </a:lvl8pPr>
            <a:lvl9pPr marL="975482" indent="0">
              <a:buNone/>
              <a:defRPr sz="2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35B2D-980F-584D-AEB4-443504D38B85}" type="datetimeFigureOut">
              <a:rPr lang="en-US" smtClean="0"/>
              <a:t>5/31/25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B2413-01AD-A244-98FA-3C0A3AF9E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566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943" y="121920"/>
            <a:ext cx="1048597" cy="426720"/>
          </a:xfrm>
        </p:spPr>
        <p:txBody>
          <a:bodyPr anchor="b"/>
          <a:lstStyle>
            <a:lvl1pPr>
              <a:defRPr sz="85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82183" y="263314"/>
            <a:ext cx="1645920" cy="1299633"/>
          </a:xfrm>
        </p:spPr>
        <p:txBody>
          <a:bodyPr anchor="t"/>
          <a:lstStyle>
            <a:lvl1pPr marL="0" indent="0">
              <a:buNone/>
              <a:defRPr sz="853"/>
            </a:lvl1pPr>
            <a:lvl2pPr marL="121935" indent="0">
              <a:buNone/>
              <a:defRPr sz="747"/>
            </a:lvl2pPr>
            <a:lvl3pPr marL="243870" indent="0">
              <a:buNone/>
              <a:defRPr sz="640"/>
            </a:lvl3pPr>
            <a:lvl4pPr marL="365806" indent="0">
              <a:buNone/>
              <a:defRPr sz="533"/>
            </a:lvl4pPr>
            <a:lvl5pPr marL="487741" indent="0">
              <a:buNone/>
              <a:defRPr sz="533"/>
            </a:lvl5pPr>
            <a:lvl6pPr marL="609676" indent="0">
              <a:buNone/>
              <a:defRPr sz="533"/>
            </a:lvl6pPr>
            <a:lvl7pPr marL="731611" indent="0">
              <a:buNone/>
              <a:defRPr sz="533"/>
            </a:lvl7pPr>
            <a:lvl8pPr marL="853547" indent="0">
              <a:buNone/>
              <a:defRPr sz="533"/>
            </a:lvl8pPr>
            <a:lvl9pPr marL="975482" indent="0">
              <a:buNone/>
              <a:defRPr sz="5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943" y="548640"/>
            <a:ext cx="1048597" cy="1016423"/>
          </a:xfrm>
        </p:spPr>
        <p:txBody>
          <a:bodyPr/>
          <a:lstStyle>
            <a:lvl1pPr marL="0" indent="0">
              <a:buNone/>
              <a:defRPr sz="427"/>
            </a:lvl1pPr>
            <a:lvl2pPr marL="121935" indent="0">
              <a:buNone/>
              <a:defRPr sz="373"/>
            </a:lvl2pPr>
            <a:lvl3pPr marL="243870" indent="0">
              <a:buNone/>
              <a:defRPr sz="320"/>
            </a:lvl3pPr>
            <a:lvl4pPr marL="365806" indent="0">
              <a:buNone/>
              <a:defRPr sz="267"/>
            </a:lvl4pPr>
            <a:lvl5pPr marL="487741" indent="0">
              <a:buNone/>
              <a:defRPr sz="267"/>
            </a:lvl5pPr>
            <a:lvl6pPr marL="609676" indent="0">
              <a:buNone/>
              <a:defRPr sz="267"/>
            </a:lvl6pPr>
            <a:lvl7pPr marL="731611" indent="0">
              <a:buNone/>
              <a:defRPr sz="267"/>
            </a:lvl7pPr>
            <a:lvl8pPr marL="853547" indent="0">
              <a:buNone/>
              <a:defRPr sz="267"/>
            </a:lvl8pPr>
            <a:lvl9pPr marL="975482" indent="0">
              <a:buNone/>
              <a:defRPr sz="2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35B2D-980F-584D-AEB4-443504D38B85}" type="datetimeFigureOut">
              <a:rPr lang="en-US" smtClean="0"/>
              <a:t>5/31/25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B2413-01AD-A244-98FA-3C0A3AF9E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318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35B2D-980F-584D-AEB4-443504D38B85}" type="datetimeFigureOut">
              <a:rPr lang="en-US" smtClean="0"/>
              <a:t>5/31/25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B2413-01AD-A244-98FA-3C0A3AF9E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249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26640" y="97367"/>
            <a:ext cx="701040" cy="15498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520" y="97367"/>
            <a:ext cx="2062480" cy="15498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35B2D-980F-584D-AEB4-443504D38B85}" type="datetimeFigureOut">
              <a:rPr lang="en-US" smtClean="0"/>
              <a:t>5/31/25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B2413-01AD-A244-98FA-3C0A3AF9E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393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520" y="97367"/>
            <a:ext cx="2804160" cy="353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520" y="486833"/>
            <a:ext cx="2804160" cy="11603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3520" y="1695027"/>
            <a:ext cx="731520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D35B2D-980F-584D-AEB4-443504D38B85}" type="datetimeFigureOut">
              <a:rPr lang="en-US" smtClean="0"/>
              <a:t>5/31/25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6960" y="1695027"/>
            <a:ext cx="1097280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96160" y="1695027"/>
            <a:ext cx="731520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8B2413-01AD-A244-98FA-3C0A3AF9E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048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243870" rtl="0" eaLnBrk="1" latinLnBrk="0" hangingPunct="1">
        <a:lnSpc>
          <a:spcPct val="90000"/>
        </a:lnSpc>
        <a:spcBef>
          <a:spcPct val="0"/>
        </a:spcBef>
        <a:buNone/>
        <a:defRPr sz="117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968" indent="-60968" algn="l" defTabSz="24387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747" kern="1200">
          <a:solidFill>
            <a:schemeClr val="tx1"/>
          </a:solidFill>
          <a:latin typeface="+mn-lt"/>
          <a:ea typeface="+mn-ea"/>
          <a:cs typeface="+mn-cs"/>
        </a:defRPr>
      </a:lvl1pPr>
      <a:lvl2pPr marL="182903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640" kern="1200">
          <a:solidFill>
            <a:schemeClr val="tx1"/>
          </a:solidFill>
          <a:latin typeface="+mn-lt"/>
          <a:ea typeface="+mn-ea"/>
          <a:cs typeface="+mn-cs"/>
        </a:defRPr>
      </a:lvl2pPr>
      <a:lvl3pPr marL="304838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533" kern="1200">
          <a:solidFill>
            <a:schemeClr val="tx1"/>
          </a:solidFill>
          <a:latin typeface="+mn-lt"/>
          <a:ea typeface="+mn-ea"/>
          <a:cs typeface="+mn-cs"/>
        </a:defRPr>
      </a:lvl3pPr>
      <a:lvl4pPr marL="426773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4pPr>
      <a:lvl5pPr marL="548709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5pPr>
      <a:lvl6pPr marL="670644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6pPr>
      <a:lvl7pPr marL="792579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7pPr>
      <a:lvl8pPr marL="914514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8pPr>
      <a:lvl9pPr marL="1036450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1pPr>
      <a:lvl2pPr marL="121935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2pPr>
      <a:lvl3pPr marL="243870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3pPr>
      <a:lvl4pPr marL="365806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4pPr>
      <a:lvl5pPr marL="487741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5pPr>
      <a:lvl6pPr marL="609676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6pPr>
      <a:lvl7pPr marL="731611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7pPr>
      <a:lvl8pPr marL="853547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8pPr>
      <a:lvl9pPr marL="975482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2DD8A81-CB73-42F8-DFB0-EC34F8FB29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657" r="1" b="1456"/>
          <a:stretch>
            <a:fillRect/>
          </a:stretch>
        </p:blipFill>
        <p:spPr>
          <a:xfrm>
            <a:off x="27" y="-304787"/>
            <a:ext cx="3251172" cy="1724012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68D1AE-54C5-E088-DF2E-6367E9A7FF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15" y="1455796"/>
            <a:ext cx="2004150" cy="303025"/>
          </a:xfrm>
        </p:spPr>
        <p:txBody>
          <a:bodyPr anchor="ctr">
            <a:normAutofit fontScale="90000"/>
          </a:bodyPr>
          <a:lstStyle/>
          <a:p>
            <a:pPr algn="l"/>
            <a:r>
              <a:rPr lang="en-US" sz="1067" dirty="0"/>
              <a:t>Winder-Barrow High School Preliminary Analysis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16AD5B9-F392-5BA9-C986-EB6955674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065" y="1455796"/>
            <a:ext cx="1095939" cy="30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34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7E8770C0-C6C5-36FB-DDEC-7CC408EF7D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6304946"/>
              </p:ext>
            </p:extLst>
          </p:nvPr>
        </p:nvGraphicFramePr>
        <p:xfrm>
          <a:off x="171588" y="914400"/>
          <a:ext cx="2908024" cy="728952"/>
        </p:xfrm>
        <a:graphic>
          <a:graphicData uri="http://schemas.openxmlformats.org/drawingml/2006/table">
            <a:tbl>
              <a:tblPr/>
              <a:tblGrid>
                <a:gridCol w="297024">
                  <a:extLst>
                    <a:ext uri="{9D8B030D-6E8A-4147-A177-3AD203B41FA5}">
                      <a16:colId xmlns:a16="http://schemas.microsoft.com/office/drawing/2014/main" val="1128411567"/>
                    </a:ext>
                  </a:extLst>
                </a:gridCol>
                <a:gridCol w="324507">
                  <a:extLst>
                    <a:ext uri="{9D8B030D-6E8A-4147-A177-3AD203B41FA5}">
                      <a16:colId xmlns:a16="http://schemas.microsoft.com/office/drawing/2014/main" val="2236141887"/>
                    </a:ext>
                  </a:extLst>
                </a:gridCol>
                <a:gridCol w="442128">
                  <a:extLst>
                    <a:ext uri="{9D8B030D-6E8A-4147-A177-3AD203B41FA5}">
                      <a16:colId xmlns:a16="http://schemas.microsoft.com/office/drawing/2014/main" val="1243416458"/>
                    </a:ext>
                  </a:extLst>
                </a:gridCol>
                <a:gridCol w="442128">
                  <a:extLst>
                    <a:ext uri="{9D8B030D-6E8A-4147-A177-3AD203B41FA5}">
                      <a16:colId xmlns:a16="http://schemas.microsoft.com/office/drawing/2014/main" val="3979176855"/>
                    </a:ext>
                  </a:extLst>
                </a:gridCol>
                <a:gridCol w="442129">
                  <a:extLst>
                    <a:ext uri="{9D8B030D-6E8A-4147-A177-3AD203B41FA5}">
                      <a16:colId xmlns:a16="http://schemas.microsoft.com/office/drawing/2014/main" val="1372480782"/>
                    </a:ext>
                  </a:extLst>
                </a:gridCol>
                <a:gridCol w="495993">
                  <a:extLst>
                    <a:ext uri="{9D8B030D-6E8A-4147-A177-3AD203B41FA5}">
                      <a16:colId xmlns:a16="http://schemas.microsoft.com/office/drawing/2014/main" val="94280680"/>
                    </a:ext>
                  </a:extLst>
                </a:gridCol>
                <a:gridCol w="464115">
                  <a:extLst>
                    <a:ext uri="{9D8B030D-6E8A-4147-A177-3AD203B41FA5}">
                      <a16:colId xmlns:a16="http://schemas.microsoft.com/office/drawing/2014/main" val="835899461"/>
                    </a:ext>
                  </a:extLst>
                </a:gridCol>
              </a:tblGrid>
              <a:tr h="4118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96" marR="6596" marT="659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Plays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96" marR="6596" marT="65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Average Yards Allowed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96" marR="6596" marT="65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First Downs Allowed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96" marR="6596" marT="65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TDs Allowed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96" marR="6596" marT="65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Explosive Plays Allowed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96" marR="6596" marT="65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Negative Plays Created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96" marR="6596" marT="65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940314"/>
                  </a:ext>
                </a:extLst>
              </a:tr>
              <a:tr h="1585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Pass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96" marR="6596" marT="659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96" marR="6596" marT="65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7.41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96" marR="6596" marT="65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49.00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96" marR="6596" marT="65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14.00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96" marR="6596" marT="65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31.00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96" marR="6596" marT="65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15.00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96" marR="6596" marT="65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232847"/>
                  </a:ext>
                </a:extLst>
              </a:tr>
              <a:tr h="1585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Run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96" marR="6596" marT="65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293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96" marR="6596" marT="65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4.71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96" marR="6596" marT="65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57.00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96" marR="6596" marT="65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18.00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96" marR="6596" marT="65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26.00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96" marR="6596" marT="65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40.00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596" marR="6596" marT="65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7051849"/>
                  </a:ext>
                </a:extLst>
              </a:tr>
            </a:tbl>
          </a:graphicData>
        </a:graphic>
      </p:graphicFrame>
      <p:graphicFrame>
        <p:nvGraphicFramePr>
          <p:cNvPr id="19" name="Content Placeholder 9">
            <a:extLst>
              <a:ext uri="{FF2B5EF4-FFF2-40B4-BE49-F238E27FC236}">
                <a16:creationId xmlns:a16="http://schemas.microsoft.com/office/drawing/2014/main" id="{62C8CF98-A159-47EE-9035-98FA0A27C3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94976827"/>
              </p:ext>
            </p:extLst>
          </p:nvPr>
        </p:nvGraphicFramePr>
        <p:xfrm>
          <a:off x="171588" y="56092"/>
          <a:ext cx="2908022" cy="717061"/>
        </p:xfrm>
        <a:graphic>
          <a:graphicData uri="http://schemas.openxmlformats.org/drawingml/2006/table">
            <a:tbl>
              <a:tblPr/>
              <a:tblGrid>
                <a:gridCol w="307005">
                  <a:extLst>
                    <a:ext uri="{9D8B030D-6E8A-4147-A177-3AD203B41FA5}">
                      <a16:colId xmlns:a16="http://schemas.microsoft.com/office/drawing/2014/main" val="2745236333"/>
                    </a:ext>
                  </a:extLst>
                </a:gridCol>
                <a:gridCol w="335409">
                  <a:extLst>
                    <a:ext uri="{9D8B030D-6E8A-4147-A177-3AD203B41FA5}">
                      <a16:colId xmlns:a16="http://schemas.microsoft.com/office/drawing/2014/main" val="3766968343"/>
                    </a:ext>
                  </a:extLst>
                </a:gridCol>
                <a:gridCol w="443351">
                  <a:extLst>
                    <a:ext uri="{9D8B030D-6E8A-4147-A177-3AD203B41FA5}">
                      <a16:colId xmlns:a16="http://schemas.microsoft.com/office/drawing/2014/main" val="984815636"/>
                    </a:ext>
                  </a:extLst>
                </a:gridCol>
                <a:gridCol w="416080">
                  <a:extLst>
                    <a:ext uri="{9D8B030D-6E8A-4147-A177-3AD203B41FA5}">
                      <a16:colId xmlns:a16="http://schemas.microsoft.com/office/drawing/2014/main" val="390582082"/>
                    </a:ext>
                  </a:extLst>
                </a:gridCol>
                <a:gridCol w="413809">
                  <a:extLst>
                    <a:ext uri="{9D8B030D-6E8A-4147-A177-3AD203B41FA5}">
                      <a16:colId xmlns:a16="http://schemas.microsoft.com/office/drawing/2014/main" val="3209352677"/>
                    </a:ext>
                  </a:extLst>
                </a:gridCol>
                <a:gridCol w="512659">
                  <a:extLst>
                    <a:ext uri="{9D8B030D-6E8A-4147-A177-3AD203B41FA5}">
                      <a16:colId xmlns:a16="http://schemas.microsoft.com/office/drawing/2014/main" val="3947558502"/>
                    </a:ext>
                  </a:extLst>
                </a:gridCol>
                <a:gridCol w="479709">
                  <a:extLst>
                    <a:ext uri="{9D8B030D-6E8A-4147-A177-3AD203B41FA5}">
                      <a16:colId xmlns:a16="http://schemas.microsoft.com/office/drawing/2014/main" val="4236598970"/>
                    </a:ext>
                  </a:extLst>
                </a:gridCol>
              </a:tblGrid>
              <a:tr h="4051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88" marR="6488" marT="64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Plays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88" marR="6488" marT="6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Average Yards Gained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88" marR="6488" marT="6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First Downs Gained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88" marR="6488" marT="6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TDs Scored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88" marR="6488" marT="6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Explosive Plays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88" marR="6488" marT="6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Negative Plays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88" marR="6488" marT="6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095137"/>
                  </a:ext>
                </a:extLst>
              </a:tr>
              <a:tr h="15597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Pass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88" marR="6488" marT="64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271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88" marR="6488" marT="6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7.66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88" marR="6488" marT="6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75.00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88" marR="6488" marT="6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19.00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88" marR="6488" marT="6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64.00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88" marR="6488" marT="6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40.00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88" marR="6488" marT="6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430362"/>
                  </a:ext>
                </a:extLst>
              </a:tr>
              <a:tr h="1559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Run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88" marR="6488" marT="6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362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88" marR="6488" marT="6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4.92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88" marR="6488" marT="6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91.00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88" marR="6488" marT="6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22.00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88" marR="6488" marT="6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36.00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88" marR="6488" marT="6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57.00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88" marR="6488" marT="6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12709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5483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Content Placeholder 22">
            <a:extLst>
              <a:ext uri="{FF2B5EF4-FFF2-40B4-BE49-F238E27FC236}">
                <a16:creationId xmlns:a16="http://schemas.microsoft.com/office/drawing/2014/main" id="{D3707C4A-3BE6-3CD3-E45B-A011E8BE7C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63714" y="171590"/>
            <a:ext cx="2123770" cy="1485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099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of different sizes and colors&#10;&#10;AI-generated content may be incorrect.">
            <a:extLst>
              <a:ext uri="{FF2B5EF4-FFF2-40B4-BE49-F238E27FC236}">
                <a16:creationId xmlns:a16="http://schemas.microsoft.com/office/drawing/2014/main" id="{19D51D03-2CA7-E310-102F-0B72A2D5CD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2542" y="171590"/>
            <a:ext cx="1646114" cy="1485618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9B83553-A85F-7E07-0D32-6B6291BAF560}"/>
              </a:ext>
            </a:extLst>
          </p:cNvPr>
          <p:cNvCxnSpPr/>
          <p:nvPr/>
        </p:nvCxnSpPr>
        <p:spPr>
          <a:xfrm flipH="1">
            <a:off x="2400300" y="504825"/>
            <a:ext cx="377825" cy="101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853694D-CDDE-6640-2F42-719D0FB5F8CF}"/>
              </a:ext>
            </a:extLst>
          </p:cNvPr>
          <p:cNvCxnSpPr/>
          <p:nvPr/>
        </p:nvCxnSpPr>
        <p:spPr>
          <a:xfrm flipV="1">
            <a:off x="542925" y="1089025"/>
            <a:ext cx="1038225" cy="2000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EFCECFB-9546-618C-2DD3-57627D14903D}"/>
              </a:ext>
            </a:extLst>
          </p:cNvPr>
          <p:cNvSpPr txBox="1"/>
          <p:nvPr/>
        </p:nvSpPr>
        <p:spPr>
          <a:xfrm>
            <a:off x="85725" y="1149963"/>
            <a:ext cx="457200" cy="3231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00" b="1" dirty="0"/>
              <a:t>Offense is is more efficient running on 4</a:t>
            </a:r>
            <a:r>
              <a:rPr lang="en-US" sz="300" b="1" baseline="30000" dirty="0"/>
              <a:t>th</a:t>
            </a:r>
            <a:r>
              <a:rPr lang="en-US" sz="300" b="1" dirty="0"/>
              <a:t> down in the 3</a:t>
            </a:r>
            <a:r>
              <a:rPr lang="en-US" sz="300" b="1" baseline="30000" dirty="0"/>
              <a:t>rd</a:t>
            </a:r>
            <a:r>
              <a:rPr lang="en-US" sz="300" b="1" dirty="0"/>
              <a:t> Qtr.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5AE194-8026-1FB3-3C0B-9CA03BBE7273}"/>
              </a:ext>
            </a:extLst>
          </p:cNvPr>
          <p:cNvSpPr txBox="1"/>
          <p:nvPr/>
        </p:nvSpPr>
        <p:spPr>
          <a:xfrm>
            <a:off x="2778125" y="343242"/>
            <a:ext cx="457200" cy="3231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00" b="1" dirty="0"/>
              <a:t>Offense is is more efficient running on 4</a:t>
            </a:r>
            <a:r>
              <a:rPr lang="en-US" sz="300" b="1" baseline="30000" dirty="0"/>
              <a:t>th</a:t>
            </a:r>
            <a:r>
              <a:rPr lang="en-US" sz="300" b="1" dirty="0"/>
              <a:t> down in the 2</a:t>
            </a:r>
            <a:r>
              <a:rPr lang="en-US" sz="300" b="1" baseline="30000" dirty="0"/>
              <a:t>nd</a:t>
            </a:r>
            <a:r>
              <a:rPr lang="en-US" sz="300" b="1" dirty="0"/>
              <a:t> Qtr.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624502-FBEE-5B2E-EFE3-9C9439C46324}"/>
              </a:ext>
            </a:extLst>
          </p:cNvPr>
          <p:cNvSpPr txBox="1"/>
          <p:nvPr/>
        </p:nvSpPr>
        <p:spPr>
          <a:xfrm>
            <a:off x="2679700" y="1254738"/>
            <a:ext cx="4572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00" b="1" dirty="0"/>
              <a:t>Offense didn’t get a 4</a:t>
            </a:r>
            <a:r>
              <a:rPr lang="en-US" sz="300" b="1" baseline="30000" dirty="0"/>
              <a:t>th</a:t>
            </a:r>
            <a:r>
              <a:rPr lang="en-US" sz="300" b="1" dirty="0"/>
              <a:t> down conversion in the 4</a:t>
            </a:r>
            <a:r>
              <a:rPr lang="en-US" sz="300" b="1" baseline="30000" dirty="0"/>
              <a:t>th</a:t>
            </a:r>
            <a:r>
              <a:rPr lang="en-US" sz="300" b="1" dirty="0"/>
              <a:t> Qtr.</a:t>
            </a:r>
          </a:p>
          <a:p>
            <a:endParaRPr lang="en-US" sz="300" b="1" dirty="0"/>
          </a:p>
          <a:p>
            <a:r>
              <a:rPr lang="en-US" sz="300" b="1" dirty="0">
                <a:highlight>
                  <a:srgbClr val="FFFF00"/>
                </a:highlight>
              </a:rPr>
              <a:t>Could depend on point differential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E72559A-9C51-464D-A36D-9DC94812F6EC}"/>
              </a:ext>
            </a:extLst>
          </p:cNvPr>
          <p:cNvCxnSpPr>
            <a:cxnSpLocks/>
            <a:stCxn id="20" idx="1"/>
          </p:cNvCxnSpPr>
          <p:nvPr/>
        </p:nvCxnSpPr>
        <p:spPr>
          <a:xfrm flipH="1" flipV="1">
            <a:off x="2375266" y="1473128"/>
            <a:ext cx="304434" cy="124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4578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AA25F-3049-2E6A-423D-3EC5361ED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C71ED9B-9AE6-A7E5-EEE0-163AA1FD47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7713" y="171590"/>
            <a:ext cx="1735773" cy="1485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523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of different sizes and colors&#10;&#10;AI-generated content may be incorrect.">
            <a:extLst>
              <a:ext uri="{FF2B5EF4-FFF2-40B4-BE49-F238E27FC236}">
                <a16:creationId xmlns:a16="http://schemas.microsoft.com/office/drawing/2014/main" id="{8CF9CDE2-428E-31D8-E248-F657454351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2542" y="171590"/>
            <a:ext cx="1646114" cy="14856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DDABC7-0219-77FD-40FC-8D67C05781AF}"/>
              </a:ext>
            </a:extLst>
          </p:cNvPr>
          <p:cNvSpPr txBox="1"/>
          <p:nvPr/>
        </p:nvSpPr>
        <p:spPr>
          <a:xfrm>
            <a:off x="2682875" y="1188063"/>
            <a:ext cx="457200" cy="553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00" b="1" dirty="0"/>
              <a:t>Defense is bad at stopping the run on 4</a:t>
            </a:r>
            <a:r>
              <a:rPr lang="en-US" sz="300" b="1" baseline="30000" dirty="0"/>
              <a:t>th</a:t>
            </a:r>
            <a:r>
              <a:rPr lang="en-US" sz="300" b="1" dirty="0"/>
              <a:t> down in the 4</a:t>
            </a:r>
            <a:r>
              <a:rPr lang="en-US" sz="300" b="1" baseline="30000" dirty="0"/>
              <a:t>th</a:t>
            </a:r>
            <a:r>
              <a:rPr lang="en-US" sz="300" b="1" dirty="0"/>
              <a:t> Qtr.</a:t>
            </a:r>
          </a:p>
          <a:p>
            <a:endParaRPr lang="en-US" sz="300" b="1" dirty="0"/>
          </a:p>
          <a:p>
            <a:r>
              <a:rPr lang="en-US" sz="300" b="1" dirty="0"/>
              <a:t>But they only allow around 30% of attempts to convert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0A0B165-DC06-C2F6-A03D-603AD8F779C8}"/>
              </a:ext>
            </a:extLst>
          </p:cNvPr>
          <p:cNvCxnSpPr>
            <a:stCxn id="5" idx="1"/>
          </p:cNvCxnSpPr>
          <p:nvPr/>
        </p:nvCxnSpPr>
        <p:spPr>
          <a:xfrm flipH="1" flipV="1">
            <a:off x="2416175" y="1152525"/>
            <a:ext cx="266700" cy="3125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83A8B31-7F84-0EE5-0B4F-03A2BDB7ACC5}"/>
              </a:ext>
            </a:extLst>
          </p:cNvPr>
          <p:cNvSpPr txBox="1"/>
          <p:nvPr/>
        </p:nvSpPr>
        <p:spPr>
          <a:xfrm>
            <a:off x="2682875" y="363738"/>
            <a:ext cx="457200" cy="415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00" b="1" dirty="0"/>
              <a:t>Defense plays its best by far in the 2</a:t>
            </a:r>
            <a:r>
              <a:rPr lang="en-US" sz="300" b="1" baseline="30000" dirty="0"/>
              <a:t>nd</a:t>
            </a:r>
            <a:r>
              <a:rPr lang="en-US" sz="300" b="1" dirty="0"/>
              <a:t> Qtr. Allowing no more that 20% of any conversion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B0CDF5-CF86-0EB0-54BD-7A49B1430A63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2416175" y="571487"/>
            <a:ext cx="266700" cy="1365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0792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DAA4D12A-5F21-5876-874B-EC243165E3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518584"/>
            <a:ext cx="3246816" cy="79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164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4F1935A7-A57B-FEEA-B87D-CDDA279FA1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241" y="478367"/>
            <a:ext cx="3252441" cy="872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30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E0B8145-182E-8655-B4C6-2E257968D3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508000"/>
            <a:ext cx="3243499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341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01A87-6ED1-BC4A-F502-FDB2F8E6A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4443AADB-C39E-FA8C-9050-4A87CE9ED5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6747" y="493184"/>
            <a:ext cx="3257947" cy="842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985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FFEFFD5-577F-F4B1-919C-CA29F8F3D7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3491" y="414867"/>
            <a:ext cx="3254692" cy="999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6173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D56F7-E1AD-1E18-D6B3-E6149E833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95AF764-701C-CBB8-F1B7-77E5843BAC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410634"/>
            <a:ext cx="3254580" cy="1007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006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C8E93-3964-842E-6D2A-E3C7D2086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3F822F0D-2323-0AC2-F4A8-C9F5A3838D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7111" y="171590"/>
            <a:ext cx="2476976" cy="14856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D93F23-C813-61E4-4C85-618AA5A45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6" y="28715"/>
            <a:ext cx="946150" cy="142875"/>
          </a:xfrm>
        </p:spPr>
        <p:txBody>
          <a:bodyPr>
            <a:normAutofit fontScale="90000"/>
          </a:bodyPr>
          <a:lstStyle/>
          <a:p>
            <a:r>
              <a:rPr lang="en-US" sz="1000" b="1" dirty="0"/>
              <a:t>Offense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62B648-ED8B-F8B2-140F-3CA9B9802D2D}"/>
              </a:ext>
            </a:extLst>
          </p:cNvPr>
          <p:cNvSpPr txBox="1"/>
          <p:nvPr/>
        </p:nvSpPr>
        <p:spPr>
          <a:xfrm>
            <a:off x="2864087" y="1198763"/>
            <a:ext cx="34948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00" b="1" dirty="0"/>
              <a:t>Running game is at it’s best in the 4</a:t>
            </a:r>
            <a:r>
              <a:rPr lang="en-US" sz="300" b="1" baseline="30000" dirty="0"/>
              <a:t>th</a:t>
            </a:r>
            <a:r>
              <a:rPr lang="en-US" sz="300" b="1" dirty="0"/>
              <a:t> Qtr.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2A54A0-14A5-C63A-D9BA-9E59831A2722}"/>
              </a:ext>
            </a:extLst>
          </p:cNvPr>
          <p:cNvSpPr txBox="1"/>
          <p:nvPr/>
        </p:nvSpPr>
        <p:spPr>
          <a:xfrm>
            <a:off x="20280" y="368539"/>
            <a:ext cx="34948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00" b="1" dirty="0"/>
              <a:t>Passing game is at it’s best in the 1st Qtr.</a:t>
            </a:r>
          </a:p>
        </p:txBody>
      </p:sp>
    </p:spTree>
    <p:extLst>
      <p:ext uri="{BB962C8B-B14F-4D97-AF65-F5344CB8AC3E}">
        <p14:creationId xmlns:p14="http://schemas.microsoft.com/office/powerpoint/2010/main" val="5942450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4E72CEC-1C95-AA49-F4FC-78F3BF4F6A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6768" y="171590"/>
            <a:ext cx="1857663" cy="14856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057E3D-7005-679C-92A2-BD1474FC2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804160" cy="237631"/>
          </a:xfrm>
        </p:spPr>
        <p:txBody>
          <a:bodyPr>
            <a:normAutofit/>
          </a:bodyPr>
          <a:lstStyle/>
          <a:p>
            <a:r>
              <a:rPr lang="en-US" sz="1000" b="1" dirty="0"/>
              <a:t>Defense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3FE38C-8658-1A46-3FAA-CEC532B9674B}"/>
              </a:ext>
            </a:extLst>
          </p:cNvPr>
          <p:cNvSpPr txBox="1"/>
          <p:nvPr/>
        </p:nvSpPr>
        <p:spPr>
          <a:xfrm>
            <a:off x="2657476" y="1222614"/>
            <a:ext cx="465978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00" b="1" dirty="0"/>
              <a:t>Defense gives up the most run yardage in the 4</a:t>
            </a:r>
            <a:r>
              <a:rPr lang="en-US" sz="300" b="1" baseline="30000" dirty="0"/>
              <a:t>th</a:t>
            </a:r>
            <a:r>
              <a:rPr lang="en-US" sz="300" b="1" dirty="0"/>
              <a:t> Qtr.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C8B593-62B9-C5AA-C8D5-0A526AE6E69C}"/>
              </a:ext>
            </a:extLst>
          </p:cNvPr>
          <p:cNvSpPr txBox="1"/>
          <p:nvPr/>
        </p:nvSpPr>
        <p:spPr>
          <a:xfrm>
            <a:off x="2698751" y="329187"/>
            <a:ext cx="465978" cy="2308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00" b="1" dirty="0"/>
              <a:t>Pass defense plays best on 4</a:t>
            </a:r>
            <a:r>
              <a:rPr lang="en-US" sz="300" b="1" baseline="30000" dirty="0"/>
              <a:t>th</a:t>
            </a:r>
            <a:r>
              <a:rPr lang="en-US" sz="300" b="1" dirty="0"/>
              <a:t> down.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022885-02E6-4B8D-CDFA-72DA52F586C0}"/>
              </a:ext>
            </a:extLst>
          </p:cNvPr>
          <p:cNvSpPr txBox="1"/>
          <p:nvPr/>
        </p:nvSpPr>
        <p:spPr>
          <a:xfrm>
            <a:off x="133461" y="1206978"/>
            <a:ext cx="465978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00" b="1" dirty="0"/>
              <a:t>Defense plays its worst run defense in the 3</a:t>
            </a:r>
            <a:r>
              <a:rPr lang="en-US" sz="300" b="1" baseline="30000" dirty="0"/>
              <a:t>rd</a:t>
            </a:r>
            <a:r>
              <a:rPr lang="en-US" sz="300" b="1" dirty="0"/>
              <a:t> Qtr.</a:t>
            </a:r>
          </a:p>
        </p:txBody>
      </p:sp>
    </p:spTree>
    <p:extLst>
      <p:ext uri="{BB962C8B-B14F-4D97-AF65-F5344CB8AC3E}">
        <p14:creationId xmlns:p14="http://schemas.microsoft.com/office/powerpoint/2010/main" val="21851251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D1DBA-FFFD-FE84-1A2E-D49A53778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80C3FF-0033-4E77-BFB5-0E9EE50B59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3212" y="171590"/>
            <a:ext cx="2724774" cy="1485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3795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E93FFEC-76F3-A42F-DA94-98B81B3F89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212" y="171590"/>
            <a:ext cx="2724774" cy="1485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282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607</TotalTime>
  <Words>213</Words>
  <Application>Microsoft Macintosh PowerPoint</Application>
  <PresentationFormat>Custom</PresentationFormat>
  <Paragraphs>63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Aptos Narrow</vt:lpstr>
      <vt:lpstr>Arial</vt:lpstr>
      <vt:lpstr>Office Theme</vt:lpstr>
      <vt:lpstr>Winder-Barrow High School Preliminary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Offense</vt:lpstr>
      <vt:lpstr>Defense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Blumengarten, Jake</dc:creator>
  <cp:lastModifiedBy>Blumengarten, Jake</cp:lastModifiedBy>
  <cp:revision>1</cp:revision>
  <dcterms:created xsi:type="dcterms:W3CDTF">2025-05-31T14:09:14Z</dcterms:created>
  <dcterms:modified xsi:type="dcterms:W3CDTF">2025-06-01T00:16:20Z</dcterms:modified>
</cp:coreProperties>
</file>